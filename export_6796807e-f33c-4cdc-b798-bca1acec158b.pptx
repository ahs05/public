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81984" y="1492737"/>
            <a:ext cx="947700" cy="490639"/>
          </a:xfrm>
          <a:custGeom>
            <a:avLst/>
            <a:gdLst/>
            <a:ahLst/>
            <a:cxnLst/>
            <a:rect l="0" t="0" r="0" b="0"/>
            <a:pathLst>
              <a:path w="947700" h="490639">
                <a:moveTo>
                  <a:pt x="31408" y="214373"/>
                </a:moveTo>
                <a:cubicBezTo>
                  <a:pt x="10471" y="206364"/>
                  <a:pt x="0" y="195858"/>
                  <a:pt x="0" y="185357"/>
                </a:cubicBezTo>
                <a:cubicBezTo>
                  <a:pt x="0" y="174856"/>
                  <a:pt x="10471" y="164349"/>
                  <a:pt x="31408" y="156341"/>
                </a:cubicBezTo>
                <a:lnTo>
                  <a:pt x="398028" y="16029"/>
                </a:lnTo>
                <a:cubicBezTo>
                  <a:pt x="439902" y="0"/>
                  <a:pt x="507797" y="0"/>
                  <a:pt x="549671" y="16029"/>
                </a:cubicBezTo>
                <a:lnTo>
                  <a:pt x="916291" y="156341"/>
                </a:lnTo>
                <a:cubicBezTo>
                  <a:pt x="937205" y="164344"/>
                  <a:pt x="947676" y="174827"/>
                  <a:pt x="947700" y="185316"/>
                </a:cubicBezTo>
                <a:cubicBezTo>
                  <a:pt x="947700" y="185345"/>
                  <a:pt x="947700" y="185368"/>
                  <a:pt x="947700" y="185398"/>
                </a:cubicBezTo>
                <a:cubicBezTo>
                  <a:pt x="947676" y="195887"/>
                  <a:pt x="937205" y="206370"/>
                  <a:pt x="916291" y="214373"/>
                </a:cubicBezTo>
                <a:lnTo>
                  <a:pt x="872954" y="230963"/>
                </a:lnTo>
                <a:lnTo>
                  <a:pt x="623025" y="326611"/>
                </a:lnTo>
                <a:lnTo>
                  <a:pt x="549671" y="354685"/>
                </a:lnTo>
                <a:cubicBezTo>
                  <a:pt x="507797" y="370714"/>
                  <a:pt x="439902" y="370714"/>
                  <a:pt x="398028" y="354685"/>
                </a:cubicBezTo>
                <a:lnTo>
                  <a:pt x="31408" y="214373"/>
                </a:lnTo>
                <a:moveTo>
                  <a:pt x="398028" y="354685"/>
                </a:moveTo>
                <a:lnTo>
                  <a:pt x="31408" y="214373"/>
                </a:lnTo>
                <a:cubicBezTo>
                  <a:pt x="10471" y="206364"/>
                  <a:pt x="0" y="195858"/>
                  <a:pt x="0" y="185357"/>
                </a:cubicBezTo>
                <a:lnTo>
                  <a:pt x="0" y="305282"/>
                </a:lnTo>
                <a:cubicBezTo>
                  <a:pt x="0" y="315783"/>
                  <a:pt x="10471" y="326289"/>
                  <a:pt x="31408" y="334298"/>
                </a:cubicBezTo>
                <a:lnTo>
                  <a:pt x="398028" y="474610"/>
                </a:lnTo>
                <a:cubicBezTo>
                  <a:pt x="439902" y="490639"/>
                  <a:pt x="507797" y="490639"/>
                  <a:pt x="549671" y="474610"/>
                </a:cubicBezTo>
                <a:lnTo>
                  <a:pt x="623025" y="446536"/>
                </a:lnTo>
                <a:lnTo>
                  <a:pt x="623025" y="326611"/>
                </a:lnTo>
                <a:lnTo>
                  <a:pt x="549671" y="354685"/>
                </a:lnTo>
                <a:cubicBezTo>
                  <a:pt x="507797" y="370714"/>
                  <a:pt x="439902" y="370714"/>
                  <a:pt x="398028" y="354685"/>
                </a:cubicBezTo>
                <a:moveTo>
                  <a:pt x="947700" y="185398"/>
                </a:moveTo>
                <a:cubicBezTo>
                  <a:pt x="947676" y="195887"/>
                  <a:pt x="937205" y="206370"/>
                  <a:pt x="916291" y="214373"/>
                </a:cubicBezTo>
                <a:lnTo>
                  <a:pt x="872954" y="230963"/>
                </a:lnTo>
                <a:lnTo>
                  <a:pt x="947700" y="268351"/>
                </a:lnTo>
                <a:lnTo>
                  <a:pt x="947700" y="185398"/>
                </a:lnTo>
              </a:path>
            </a:pathLst>
          </a:custGeom>
          <a:gradFill rotWithShape="1">
            <a:gsLst>
              <a:gs pos="0">
                <a:srgbClr val="FFA1DA"/>
              </a:gs>
              <a:gs pos="100000">
                <a:srgbClr val="F669BE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81984" y="1492738"/>
            <a:ext cx="947700" cy="490638"/>
          </a:xfrm>
          <a:custGeom>
            <a:avLst/>
            <a:gdLst/>
            <a:ahLst/>
            <a:cxnLst/>
            <a:rect l="0" t="0" r="0" b="0"/>
            <a:pathLst>
              <a:path w="947700" h="490638">
                <a:moveTo>
                  <a:pt x="31406" y="214374"/>
                </a:moveTo>
                <a:cubicBezTo>
                  <a:pt x="10468" y="206361"/>
                  <a:pt x="0" y="195859"/>
                  <a:pt x="0" y="185356"/>
                </a:cubicBezTo>
                <a:cubicBezTo>
                  <a:pt x="0" y="174854"/>
                  <a:pt x="10468" y="164351"/>
                  <a:pt x="31406" y="156338"/>
                </a:cubicBezTo>
                <a:lnTo>
                  <a:pt x="398028" y="16026"/>
                </a:lnTo>
                <a:cubicBezTo>
                  <a:pt x="439903" y="0"/>
                  <a:pt x="507796" y="0"/>
                  <a:pt x="549671" y="16026"/>
                </a:cubicBezTo>
                <a:lnTo>
                  <a:pt x="916293" y="156338"/>
                </a:lnTo>
                <a:cubicBezTo>
                  <a:pt x="937205" y="164341"/>
                  <a:pt x="947674" y="174828"/>
                  <a:pt x="947700" y="185317"/>
                </a:cubicBezTo>
                <a:cubicBezTo>
                  <a:pt x="947700" y="185343"/>
                  <a:pt x="947700" y="185369"/>
                  <a:pt x="947700" y="185395"/>
                </a:cubicBezTo>
                <a:cubicBezTo>
                  <a:pt x="947674" y="195884"/>
                  <a:pt x="937205" y="206371"/>
                  <a:pt x="916293" y="214374"/>
                </a:cubicBezTo>
                <a:lnTo>
                  <a:pt x="872956" y="230960"/>
                </a:lnTo>
                <a:lnTo>
                  <a:pt x="623025" y="326613"/>
                </a:lnTo>
                <a:lnTo>
                  <a:pt x="549671" y="354687"/>
                </a:lnTo>
                <a:cubicBezTo>
                  <a:pt x="507796" y="370713"/>
                  <a:pt x="439903" y="370713"/>
                  <a:pt x="398028" y="354687"/>
                </a:cubicBezTo>
                <a:lnTo>
                  <a:pt x="31406" y="214374"/>
                </a:lnTo>
                <a:close/>
                <a:moveTo>
                  <a:pt x="398028" y="354687"/>
                </a:moveTo>
                <a:lnTo>
                  <a:pt x="31406" y="214374"/>
                </a:lnTo>
                <a:cubicBezTo>
                  <a:pt x="10468" y="206361"/>
                  <a:pt x="0" y="195859"/>
                  <a:pt x="0" y="185356"/>
                </a:cubicBezTo>
                <a:lnTo>
                  <a:pt x="0" y="305281"/>
                </a:lnTo>
                <a:cubicBezTo>
                  <a:pt x="0" y="315784"/>
                  <a:pt x="10468" y="326286"/>
                  <a:pt x="31406" y="334299"/>
                </a:cubicBezTo>
                <a:lnTo>
                  <a:pt x="398028" y="474612"/>
                </a:lnTo>
                <a:cubicBezTo>
                  <a:pt x="439903" y="490638"/>
                  <a:pt x="507796" y="490638"/>
                  <a:pt x="549671" y="474612"/>
                </a:cubicBezTo>
                <a:lnTo>
                  <a:pt x="623025" y="446538"/>
                </a:lnTo>
                <a:lnTo>
                  <a:pt x="623025" y="326613"/>
                </a:lnTo>
                <a:lnTo>
                  <a:pt x="549671" y="354687"/>
                </a:lnTo>
                <a:cubicBezTo>
                  <a:pt x="507796" y="370713"/>
                  <a:pt x="439903" y="370713"/>
                  <a:pt x="398028" y="354687"/>
                </a:cubicBezTo>
                <a:close/>
                <a:moveTo>
                  <a:pt x="947700" y="185395"/>
                </a:moveTo>
                <a:cubicBezTo>
                  <a:pt x="947674" y="195884"/>
                  <a:pt x="937205" y="206371"/>
                  <a:pt x="916293" y="214374"/>
                </a:cubicBezTo>
                <a:lnTo>
                  <a:pt x="872956" y="230960"/>
                </a:lnTo>
                <a:lnTo>
                  <a:pt x="947700" y="268347"/>
                </a:lnTo>
                <a:lnTo>
                  <a:pt x="947700" y="185395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04664" y="1723736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84357" y="181426"/>
                </a:moveTo>
                <a:lnTo>
                  <a:pt x="334924" y="86299"/>
                </a:lnTo>
                <a:lnTo>
                  <a:pt x="334924" y="42289"/>
                </a:lnTo>
                <a:lnTo>
                  <a:pt x="84357" y="137416"/>
                </a:lnTo>
                <a:lnTo>
                  <a:pt x="0" y="95273"/>
                </a:lnTo>
                <a:lnTo>
                  <a:pt x="0" y="215332"/>
                </a:lnTo>
                <a:lnTo>
                  <a:pt x="325096" y="548513"/>
                </a:lnTo>
                <a:lnTo>
                  <a:pt x="325096" y="620772"/>
                </a:lnTo>
                <a:lnTo>
                  <a:pt x="402532" y="581928"/>
                </a:lnTo>
                <a:lnTo>
                  <a:pt x="356422" y="564279"/>
                </a:ln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334924" y="438820"/>
                </a:lnTo>
                <a:lnTo>
                  <a:pt x="585491" y="343687"/>
                </a:lnTo>
                <a:lnTo>
                  <a:pt x="58549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501924" y="257891"/>
                </a:moveTo>
                <a:lnTo>
                  <a:pt x="58542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moveTo>
                  <a:pt x="418497" y="172089"/>
                </a:move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moveTo>
                  <a:pt x="84357" y="181426"/>
                </a:moveTo>
                <a:lnTo>
                  <a:pt x="334924" y="8629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0" y="95273"/>
                </a:moveTo>
                <a:lnTo>
                  <a:pt x="84357" y="137416"/>
                </a:lnTo>
                <a:lnTo>
                  <a:pt x="334924" y="42289"/>
                </a:lnTo>
                <a:lnTo>
                  <a:pt x="250350" y="0"/>
                </a:lnTo>
                <a:lnTo>
                  <a:pt x="0" y="95273"/>
                </a:lnTo>
                <a:moveTo>
                  <a:pt x="356422" y="564279"/>
                </a:move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670252" y="386140"/>
                </a:lnTo>
                <a:lnTo>
                  <a:pt x="723048" y="365935"/>
                </a:lnTo>
                <a:cubicBezTo>
                  <a:pt x="764922" y="349906"/>
                  <a:pt x="832811" y="349906"/>
                  <a:pt x="874686" y="365935"/>
                </a:cubicBezTo>
                <a:lnTo>
                  <a:pt x="1241311" y="506247"/>
                </a:lnTo>
                <a:cubicBezTo>
                  <a:pt x="1262225" y="514250"/>
                  <a:pt x="1272690" y="524733"/>
                  <a:pt x="1272720" y="535222"/>
                </a:cubicBezTo>
                <a:cubicBezTo>
                  <a:pt x="1272720" y="535251"/>
                  <a:pt x="1272720" y="535275"/>
                  <a:pt x="1272720" y="535304"/>
                </a:cubicBezTo>
                <a:cubicBezTo>
                  <a:pt x="1272690" y="545793"/>
                  <a:pt x="1262225" y="556276"/>
                  <a:pt x="1241311" y="564279"/>
                </a:cubicBez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402532" y="581928"/>
                </a:lnTo>
                <a:lnTo>
                  <a:pt x="356422" y="564279"/>
                </a:lnTo>
                <a:moveTo>
                  <a:pt x="585491" y="343687"/>
                </a:moveTo>
                <a:lnTo>
                  <a:pt x="334924" y="438820"/>
                </a:lnTo>
                <a:lnTo>
                  <a:pt x="420451" y="481741"/>
                </a:lnTo>
                <a:lnTo>
                  <a:pt x="670252" y="386140"/>
                </a:lnTo>
                <a:lnTo>
                  <a:pt x="585491" y="343687"/>
                </a:lnTo>
                <a:moveTo>
                  <a:pt x="1241311" y="564279"/>
                </a:move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652620" y="797565"/>
                </a:lnTo>
                <a:lnTo>
                  <a:pt x="723048" y="824516"/>
                </a:lnTo>
                <a:cubicBezTo>
                  <a:pt x="764922" y="840545"/>
                  <a:pt x="832811" y="840545"/>
                  <a:pt x="874686" y="824516"/>
                </a:cubicBezTo>
                <a:lnTo>
                  <a:pt x="1241311" y="684204"/>
                </a:lnTo>
                <a:cubicBezTo>
                  <a:pt x="1262225" y="676201"/>
                  <a:pt x="1272690" y="665718"/>
                  <a:pt x="1272720" y="655229"/>
                </a:cubicBezTo>
                <a:lnTo>
                  <a:pt x="1272720" y="535304"/>
                </a:lnTo>
                <a:cubicBezTo>
                  <a:pt x="1272690" y="545793"/>
                  <a:pt x="1262225" y="556276"/>
                  <a:pt x="1241311" y="564279"/>
                </a:cubicBezTo>
              </a:path>
            </a:pathLst>
          </a:custGeom>
          <a:gradFill rotWithShape="1">
            <a:gsLst>
              <a:gs pos="0">
                <a:srgbClr val="FFA6A3"/>
              </a:gs>
              <a:gs pos="100000">
                <a:srgbClr val="FD6A6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04663" y="1723736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334925" y="394807"/>
                </a:moveTo>
                <a:lnTo>
                  <a:pt x="334925" y="438817"/>
                </a:lnTo>
                <a:lnTo>
                  <a:pt x="585491" y="343689"/>
                </a:lnTo>
                <a:lnTo>
                  <a:pt x="585420" y="299677"/>
                </a:lnTo>
                <a:close/>
                <a:moveTo>
                  <a:pt x="501922" y="257889"/>
                </a:moveTo>
                <a:lnTo>
                  <a:pt x="251427" y="353020"/>
                </a:lnTo>
                <a:lnTo>
                  <a:pt x="334925" y="394807"/>
                </a:lnTo>
                <a:lnTo>
                  <a:pt x="585420" y="299677"/>
                </a:lnTo>
                <a:close/>
                <a:moveTo>
                  <a:pt x="251427" y="309009"/>
                </a:moveTo>
                <a:lnTo>
                  <a:pt x="251427" y="353020"/>
                </a:lnTo>
                <a:lnTo>
                  <a:pt x="501922" y="257889"/>
                </a:lnTo>
                <a:lnTo>
                  <a:pt x="501921" y="213880"/>
                </a:lnTo>
                <a:close/>
                <a:moveTo>
                  <a:pt x="418495" y="172091"/>
                </a:moveTo>
                <a:lnTo>
                  <a:pt x="167929" y="267224"/>
                </a:lnTo>
                <a:lnTo>
                  <a:pt x="251427" y="309009"/>
                </a:lnTo>
                <a:lnTo>
                  <a:pt x="501921" y="213880"/>
                </a:lnTo>
                <a:close/>
                <a:moveTo>
                  <a:pt x="167857" y="223211"/>
                </a:moveTo>
                <a:lnTo>
                  <a:pt x="418495" y="128083"/>
                </a:lnTo>
                <a:lnTo>
                  <a:pt x="418495" y="172091"/>
                </a:lnTo>
                <a:lnTo>
                  <a:pt x="167929" y="267224"/>
                </a:lnTo>
                <a:close/>
                <a:moveTo>
                  <a:pt x="84359" y="181427"/>
                </a:moveTo>
                <a:lnTo>
                  <a:pt x="145744" y="212083"/>
                </a:lnTo>
                <a:lnTo>
                  <a:pt x="167857" y="223211"/>
                </a:lnTo>
                <a:lnTo>
                  <a:pt x="418495" y="128083"/>
                </a:lnTo>
                <a:lnTo>
                  <a:pt x="334925" y="86298"/>
                </a:lnTo>
                <a:close/>
                <a:moveTo>
                  <a:pt x="84359" y="137416"/>
                </a:moveTo>
                <a:lnTo>
                  <a:pt x="84359" y="181427"/>
                </a:lnTo>
                <a:lnTo>
                  <a:pt x="334925" y="86298"/>
                </a:lnTo>
                <a:lnTo>
                  <a:pt x="334925" y="42287"/>
                </a:lnTo>
                <a:close/>
                <a:moveTo>
                  <a:pt x="0" y="95272"/>
                </a:moveTo>
                <a:lnTo>
                  <a:pt x="84359" y="137416"/>
                </a:lnTo>
                <a:lnTo>
                  <a:pt x="334925" y="42287"/>
                </a:lnTo>
                <a:lnTo>
                  <a:pt x="250350" y="0"/>
                </a:lnTo>
                <a:close/>
                <a:moveTo>
                  <a:pt x="356424" y="564281"/>
                </a:moveTo>
                <a:cubicBezTo>
                  <a:pt x="336583" y="556688"/>
                  <a:pt x="326143" y="546860"/>
                  <a:pt x="325103" y="536914"/>
                </a:cubicBez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670253" y="386138"/>
                </a:lnTo>
                <a:lnTo>
                  <a:pt x="723046" y="365933"/>
                </a:lnTo>
                <a:cubicBezTo>
                  <a:pt x="764921" y="349907"/>
                  <a:pt x="832814" y="349907"/>
                  <a:pt x="874689" y="365933"/>
                </a:cubicBezTo>
                <a:lnTo>
                  <a:pt x="1241311" y="506245"/>
                </a:lnTo>
                <a:cubicBezTo>
                  <a:pt x="1262222" y="514248"/>
                  <a:pt x="1272692" y="524735"/>
                  <a:pt x="1272717" y="535224"/>
                </a:cubicBezTo>
                <a:cubicBezTo>
                  <a:pt x="1272717" y="535250"/>
                  <a:pt x="1272717" y="535276"/>
                  <a:pt x="1272717" y="535302"/>
                </a:cubicBezTo>
                <a:cubicBezTo>
                  <a:pt x="1272692" y="545792"/>
                  <a:pt x="1262222" y="556278"/>
                  <a:pt x="1241311" y="564281"/>
                </a:cubicBez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402533" y="581928"/>
                </a:lnTo>
                <a:close/>
                <a:moveTo>
                  <a:pt x="84359" y="181427"/>
                </a:moveTo>
                <a:lnTo>
                  <a:pt x="84359" y="137416"/>
                </a:lnTo>
                <a:lnTo>
                  <a:pt x="0" y="95272"/>
                </a:lnTo>
                <a:lnTo>
                  <a:pt x="0" y="215333"/>
                </a:lnTo>
                <a:lnTo>
                  <a:pt x="325095" y="548514"/>
                </a:lnTo>
                <a:lnTo>
                  <a:pt x="325103" y="536914"/>
                </a:ln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334925" y="438817"/>
                </a:lnTo>
                <a:lnTo>
                  <a:pt x="334925" y="394807"/>
                </a:lnTo>
                <a:lnTo>
                  <a:pt x="251427" y="353020"/>
                </a:lnTo>
                <a:lnTo>
                  <a:pt x="251427" y="309009"/>
                </a:lnTo>
                <a:lnTo>
                  <a:pt x="167929" y="267224"/>
                </a:lnTo>
                <a:lnTo>
                  <a:pt x="167857" y="223211"/>
                </a:lnTo>
                <a:lnTo>
                  <a:pt x="145744" y="212083"/>
                </a:lnTo>
                <a:close/>
                <a:moveTo>
                  <a:pt x="585491" y="343689"/>
                </a:moveTo>
                <a:lnTo>
                  <a:pt x="334925" y="438817"/>
                </a:lnTo>
                <a:lnTo>
                  <a:pt x="420452" y="481741"/>
                </a:lnTo>
                <a:lnTo>
                  <a:pt x="670253" y="386138"/>
                </a:lnTo>
                <a:close/>
                <a:moveTo>
                  <a:pt x="1241311" y="564281"/>
                </a:move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652617" y="797564"/>
                </a:lnTo>
                <a:lnTo>
                  <a:pt x="723046" y="824518"/>
                </a:lnTo>
                <a:cubicBezTo>
                  <a:pt x="764921" y="840544"/>
                  <a:pt x="832814" y="840544"/>
                  <a:pt x="874689" y="824518"/>
                </a:cubicBezTo>
                <a:lnTo>
                  <a:pt x="1241311" y="684206"/>
                </a:lnTo>
                <a:cubicBezTo>
                  <a:pt x="1262222" y="676203"/>
                  <a:pt x="1272692" y="665717"/>
                  <a:pt x="1272717" y="655227"/>
                </a:cubicBezTo>
                <a:lnTo>
                  <a:pt x="1272717" y="535302"/>
                </a:lnTo>
                <a:cubicBezTo>
                  <a:pt x="1272692" y="545792"/>
                  <a:pt x="1262222" y="556278"/>
                  <a:pt x="1241311" y="564281"/>
                </a:cubicBezTo>
                <a:close/>
                <a:moveTo>
                  <a:pt x="325103" y="536914"/>
                </a:moveTo>
                <a:lnTo>
                  <a:pt x="325095" y="548514"/>
                </a:lnTo>
                <a:lnTo>
                  <a:pt x="325042" y="620770"/>
                </a:lnTo>
                <a:lnTo>
                  <a:pt x="402533" y="581928"/>
                </a:lnTo>
                <a:lnTo>
                  <a:pt x="356424" y="564281"/>
                </a:lnTo>
                <a:cubicBezTo>
                  <a:pt x="336583" y="556688"/>
                  <a:pt x="326143" y="546860"/>
                  <a:pt x="325103" y="536914"/>
                </a:cubicBezTo>
                <a:close/>
                <a:moveTo>
                  <a:pt x="1272717" y="535224"/>
                </a:moveTo>
                <a:lnTo>
                  <a:pt x="1272717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4563" y="2305800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1188357" y="181426"/>
                </a:moveTo>
                <a:lnTo>
                  <a:pt x="937790" y="86299"/>
                </a:lnTo>
                <a:lnTo>
                  <a:pt x="937790" y="42289"/>
                </a:lnTo>
                <a:lnTo>
                  <a:pt x="1188357" y="137416"/>
                </a:lnTo>
                <a:lnTo>
                  <a:pt x="1272720" y="95273"/>
                </a:lnTo>
                <a:lnTo>
                  <a:pt x="1272720" y="215332"/>
                </a:lnTo>
                <a:lnTo>
                  <a:pt x="947623" y="548513"/>
                </a:lnTo>
                <a:lnTo>
                  <a:pt x="947623" y="620772"/>
                </a:lnTo>
                <a:lnTo>
                  <a:pt x="870181" y="581928"/>
                </a:lnTo>
                <a:lnTo>
                  <a:pt x="916291" y="564279"/>
                </a:ln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937790" y="438820"/>
                </a:lnTo>
                <a:lnTo>
                  <a:pt x="687228" y="343687"/>
                </a:lnTo>
                <a:lnTo>
                  <a:pt x="68722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770796" y="257891"/>
                </a:moveTo>
                <a:lnTo>
                  <a:pt x="68729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moveTo>
                  <a:pt x="854222" y="172089"/>
                </a:move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moveTo>
                  <a:pt x="1188357" y="181426"/>
                </a:moveTo>
                <a:lnTo>
                  <a:pt x="937790" y="8629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1272720" y="95273"/>
                </a:moveTo>
                <a:lnTo>
                  <a:pt x="1188357" y="137416"/>
                </a:lnTo>
                <a:lnTo>
                  <a:pt x="937790" y="42289"/>
                </a:lnTo>
                <a:lnTo>
                  <a:pt x="1022369" y="0"/>
                </a:lnTo>
                <a:lnTo>
                  <a:pt x="1272720" y="95273"/>
                </a:lnTo>
                <a:moveTo>
                  <a:pt x="916291" y="564279"/>
                </a:move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602462" y="386140"/>
                </a:lnTo>
                <a:lnTo>
                  <a:pt x="549671" y="365935"/>
                </a:lnTo>
                <a:cubicBezTo>
                  <a:pt x="507797" y="349906"/>
                  <a:pt x="439902" y="349906"/>
                  <a:pt x="398028" y="365935"/>
                </a:cubicBezTo>
                <a:lnTo>
                  <a:pt x="31408" y="506247"/>
                </a:lnTo>
                <a:cubicBezTo>
                  <a:pt x="10494" y="514250"/>
                  <a:pt x="23" y="524733"/>
                  <a:pt x="0" y="535222"/>
                </a:cubicBezTo>
                <a:cubicBezTo>
                  <a:pt x="0" y="535251"/>
                  <a:pt x="0" y="535275"/>
                  <a:pt x="0" y="535304"/>
                </a:cubicBezTo>
                <a:cubicBezTo>
                  <a:pt x="23" y="545793"/>
                  <a:pt x="10494" y="556276"/>
                  <a:pt x="31408" y="564279"/>
                </a:cubicBez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870181" y="581928"/>
                </a:lnTo>
                <a:lnTo>
                  <a:pt x="916291" y="564279"/>
                </a:lnTo>
                <a:moveTo>
                  <a:pt x="687228" y="343687"/>
                </a:moveTo>
                <a:lnTo>
                  <a:pt x="937790" y="438820"/>
                </a:lnTo>
                <a:lnTo>
                  <a:pt x="852263" y="481741"/>
                </a:lnTo>
                <a:lnTo>
                  <a:pt x="602462" y="386140"/>
                </a:lnTo>
                <a:lnTo>
                  <a:pt x="687228" y="343687"/>
                </a:lnTo>
                <a:moveTo>
                  <a:pt x="31408" y="564279"/>
                </a:move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620100" y="797565"/>
                </a:lnTo>
                <a:lnTo>
                  <a:pt x="549671" y="824516"/>
                </a:lnTo>
                <a:cubicBezTo>
                  <a:pt x="507797" y="840545"/>
                  <a:pt x="439902" y="840545"/>
                  <a:pt x="398028" y="824516"/>
                </a:cubicBezTo>
                <a:lnTo>
                  <a:pt x="31408" y="684204"/>
                </a:lnTo>
                <a:cubicBezTo>
                  <a:pt x="10494" y="676201"/>
                  <a:pt x="23" y="665718"/>
                  <a:pt x="0" y="655229"/>
                </a:cubicBezTo>
                <a:lnTo>
                  <a:pt x="0" y="535304"/>
                </a:lnTo>
                <a:cubicBezTo>
                  <a:pt x="23" y="545793"/>
                  <a:pt x="10494" y="556276"/>
                  <a:pt x="31408" y="564279"/>
                </a:cubicBez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4563" y="2305800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937792" y="394807"/>
                </a:moveTo>
                <a:lnTo>
                  <a:pt x="937792" y="438817"/>
                </a:lnTo>
                <a:lnTo>
                  <a:pt x="687225" y="343689"/>
                </a:lnTo>
                <a:lnTo>
                  <a:pt x="687297" y="299677"/>
                </a:lnTo>
                <a:close/>
                <a:moveTo>
                  <a:pt x="770795" y="257889"/>
                </a:moveTo>
                <a:lnTo>
                  <a:pt x="1021290" y="353020"/>
                </a:lnTo>
                <a:lnTo>
                  <a:pt x="937792" y="394807"/>
                </a:lnTo>
                <a:lnTo>
                  <a:pt x="687297" y="299677"/>
                </a:lnTo>
                <a:close/>
                <a:moveTo>
                  <a:pt x="1021290" y="309009"/>
                </a:moveTo>
                <a:lnTo>
                  <a:pt x="1021290" y="353020"/>
                </a:lnTo>
                <a:lnTo>
                  <a:pt x="770795" y="257889"/>
                </a:lnTo>
                <a:lnTo>
                  <a:pt x="770796" y="213880"/>
                </a:lnTo>
                <a:close/>
                <a:moveTo>
                  <a:pt x="854222" y="172091"/>
                </a:moveTo>
                <a:lnTo>
                  <a:pt x="1104788" y="267224"/>
                </a:lnTo>
                <a:lnTo>
                  <a:pt x="1021290" y="309009"/>
                </a:lnTo>
                <a:lnTo>
                  <a:pt x="770796" y="213880"/>
                </a:lnTo>
                <a:close/>
                <a:moveTo>
                  <a:pt x="1104860" y="223211"/>
                </a:moveTo>
                <a:lnTo>
                  <a:pt x="854222" y="128083"/>
                </a:lnTo>
                <a:lnTo>
                  <a:pt x="854222" y="172091"/>
                </a:lnTo>
                <a:lnTo>
                  <a:pt x="1104788" y="267224"/>
                </a:lnTo>
                <a:close/>
                <a:moveTo>
                  <a:pt x="1188358" y="181427"/>
                </a:moveTo>
                <a:lnTo>
                  <a:pt x="1126973" y="212083"/>
                </a:lnTo>
                <a:lnTo>
                  <a:pt x="1104860" y="223211"/>
                </a:lnTo>
                <a:lnTo>
                  <a:pt x="854222" y="128083"/>
                </a:lnTo>
                <a:lnTo>
                  <a:pt x="937792" y="86298"/>
                </a:lnTo>
                <a:close/>
                <a:moveTo>
                  <a:pt x="1188358" y="137416"/>
                </a:moveTo>
                <a:lnTo>
                  <a:pt x="1188358" y="181427"/>
                </a:lnTo>
                <a:lnTo>
                  <a:pt x="937792" y="86298"/>
                </a:lnTo>
                <a:lnTo>
                  <a:pt x="937791" y="42287"/>
                </a:lnTo>
                <a:close/>
                <a:moveTo>
                  <a:pt x="1272717" y="95272"/>
                </a:moveTo>
                <a:lnTo>
                  <a:pt x="1188358" y="137416"/>
                </a:lnTo>
                <a:lnTo>
                  <a:pt x="937791" y="42287"/>
                </a:lnTo>
                <a:lnTo>
                  <a:pt x="1022367" y="0"/>
                </a:lnTo>
                <a:close/>
                <a:moveTo>
                  <a:pt x="916293" y="564281"/>
                </a:moveTo>
                <a:cubicBezTo>
                  <a:pt x="936133" y="556688"/>
                  <a:pt x="946573" y="546860"/>
                  <a:pt x="947614" y="536914"/>
                </a:cubicBez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602464" y="386138"/>
                </a:lnTo>
                <a:lnTo>
                  <a:pt x="549671" y="365933"/>
                </a:lnTo>
                <a:cubicBezTo>
                  <a:pt x="507796" y="349907"/>
                  <a:pt x="439903" y="349907"/>
                  <a:pt x="398028" y="365933"/>
                </a:cubicBezTo>
                <a:lnTo>
                  <a:pt x="31406" y="506245"/>
                </a:lnTo>
                <a:cubicBezTo>
                  <a:pt x="10494" y="514248"/>
                  <a:pt x="25" y="524735"/>
                  <a:pt x="0" y="535224"/>
                </a:cubicBezTo>
                <a:cubicBezTo>
                  <a:pt x="0" y="535250"/>
                  <a:pt x="0" y="535276"/>
                  <a:pt x="0" y="535302"/>
                </a:cubicBezTo>
                <a:cubicBezTo>
                  <a:pt x="25" y="545792"/>
                  <a:pt x="10494" y="556278"/>
                  <a:pt x="31406" y="564281"/>
                </a:cubicBez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870183" y="581928"/>
                </a:lnTo>
                <a:close/>
                <a:moveTo>
                  <a:pt x="1188358" y="181427"/>
                </a:moveTo>
                <a:lnTo>
                  <a:pt x="1188358" y="137416"/>
                </a:lnTo>
                <a:lnTo>
                  <a:pt x="1272717" y="95272"/>
                </a:lnTo>
                <a:lnTo>
                  <a:pt x="1272717" y="215333"/>
                </a:lnTo>
                <a:lnTo>
                  <a:pt x="947622" y="548514"/>
                </a:lnTo>
                <a:lnTo>
                  <a:pt x="947614" y="536914"/>
                </a:ln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937792" y="438817"/>
                </a:lnTo>
                <a:lnTo>
                  <a:pt x="937792" y="394807"/>
                </a:lnTo>
                <a:lnTo>
                  <a:pt x="1021290" y="353020"/>
                </a:lnTo>
                <a:lnTo>
                  <a:pt x="1021290" y="309009"/>
                </a:lnTo>
                <a:lnTo>
                  <a:pt x="1104788" y="267224"/>
                </a:lnTo>
                <a:lnTo>
                  <a:pt x="1104860" y="223211"/>
                </a:lnTo>
                <a:lnTo>
                  <a:pt x="1126973" y="212083"/>
                </a:lnTo>
                <a:close/>
                <a:moveTo>
                  <a:pt x="687225" y="343689"/>
                </a:moveTo>
                <a:lnTo>
                  <a:pt x="937792" y="438817"/>
                </a:lnTo>
                <a:lnTo>
                  <a:pt x="852264" y="481741"/>
                </a:lnTo>
                <a:lnTo>
                  <a:pt x="602464" y="386138"/>
                </a:lnTo>
                <a:close/>
                <a:moveTo>
                  <a:pt x="31406" y="564281"/>
                </a:move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620100" y="797564"/>
                </a:lnTo>
                <a:lnTo>
                  <a:pt x="549671" y="824518"/>
                </a:lnTo>
                <a:cubicBezTo>
                  <a:pt x="507796" y="840544"/>
                  <a:pt x="439903" y="840544"/>
                  <a:pt x="398028" y="824518"/>
                </a:cubicBezTo>
                <a:lnTo>
                  <a:pt x="31406" y="684206"/>
                </a:lnTo>
                <a:cubicBezTo>
                  <a:pt x="10494" y="676203"/>
                  <a:pt x="25" y="665717"/>
                  <a:pt x="0" y="655227"/>
                </a:cubicBezTo>
                <a:lnTo>
                  <a:pt x="0" y="535302"/>
                </a:lnTo>
                <a:cubicBezTo>
                  <a:pt x="25" y="545792"/>
                  <a:pt x="10494" y="556278"/>
                  <a:pt x="31406" y="564281"/>
                </a:cubicBezTo>
                <a:close/>
                <a:moveTo>
                  <a:pt x="947622" y="548514"/>
                </a:moveTo>
                <a:lnTo>
                  <a:pt x="947674" y="620770"/>
                </a:lnTo>
                <a:lnTo>
                  <a:pt x="870183" y="581928"/>
                </a:lnTo>
                <a:lnTo>
                  <a:pt x="916293" y="564281"/>
                </a:lnTo>
                <a:cubicBezTo>
                  <a:pt x="936133" y="556688"/>
                  <a:pt x="946573" y="546860"/>
                  <a:pt x="947614" y="536914"/>
                </a:cubicBezTo>
                <a:close/>
                <a:moveTo>
                  <a:pt x="0" y="535224"/>
                </a:moveTo>
                <a:lnTo>
                  <a:pt x="0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4664" y="2887886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84357" y="181426"/>
                </a:moveTo>
                <a:lnTo>
                  <a:pt x="334924" y="86299"/>
                </a:lnTo>
                <a:lnTo>
                  <a:pt x="334924" y="42289"/>
                </a:lnTo>
                <a:lnTo>
                  <a:pt x="84357" y="137416"/>
                </a:lnTo>
                <a:lnTo>
                  <a:pt x="0" y="95273"/>
                </a:lnTo>
                <a:lnTo>
                  <a:pt x="0" y="215332"/>
                </a:lnTo>
                <a:lnTo>
                  <a:pt x="325096" y="548513"/>
                </a:lnTo>
                <a:lnTo>
                  <a:pt x="325096" y="620772"/>
                </a:lnTo>
                <a:lnTo>
                  <a:pt x="402532" y="581928"/>
                </a:lnTo>
                <a:lnTo>
                  <a:pt x="356422" y="564279"/>
                </a:ln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334924" y="438820"/>
                </a:lnTo>
                <a:lnTo>
                  <a:pt x="585491" y="343687"/>
                </a:lnTo>
                <a:lnTo>
                  <a:pt x="58549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501924" y="257891"/>
                </a:moveTo>
                <a:lnTo>
                  <a:pt x="58542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moveTo>
                  <a:pt x="418497" y="172089"/>
                </a:move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moveTo>
                  <a:pt x="84357" y="181426"/>
                </a:moveTo>
                <a:lnTo>
                  <a:pt x="334924" y="8629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0" y="95273"/>
                </a:moveTo>
                <a:lnTo>
                  <a:pt x="84357" y="137416"/>
                </a:lnTo>
                <a:lnTo>
                  <a:pt x="334924" y="42289"/>
                </a:lnTo>
                <a:lnTo>
                  <a:pt x="250350" y="0"/>
                </a:lnTo>
                <a:lnTo>
                  <a:pt x="0" y="95273"/>
                </a:lnTo>
                <a:moveTo>
                  <a:pt x="356422" y="564279"/>
                </a:move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670252" y="386140"/>
                </a:lnTo>
                <a:lnTo>
                  <a:pt x="723048" y="365935"/>
                </a:lnTo>
                <a:cubicBezTo>
                  <a:pt x="764922" y="349906"/>
                  <a:pt x="832811" y="349906"/>
                  <a:pt x="874686" y="365935"/>
                </a:cubicBezTo>
                <a:lnTo>
                  <a:pt x="1241311" y="506247"/>
                </a:lnTo>
                <a:cubicBezTo>
                  <a:pt x="1262225" y="514250"/>
                  <a:pt x="1272690" y="524733"/>
                  <a:pt x="1272720" y="535222"/>
                </a:cubicBezTo>
                <a:cubicBezTo>
                  <a:pt x="1272720" y="535251"/>
                  <a:pt x="1272720" y="535275"/>
                  <a:pt x="1272720" y="535304"/>
                </a:cubicBezTo>
                <a:cubicBezTo>
                  <a:pt x="1272690" y="545793"/>
                  <a:pt x="1262225" y="556276"/>
                  <a:pt x="1241311" y="564279"/>
                </a:cubicBez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402532" y="581928"/>
                </a:lnTo>
                <a:lnTo>
                  <a:pt x="356422" y="564279"/>
                </a:lnTo>
                <a:moveTo>
                  <a:pt x="585491" y="343687"/>
                </a:moveTo>
                <a:lnTo>
                  <a:pt x="334924" y="438820"/>
                </a:lnTo>
                <a:lnTo>
                  <a:pt x="420451" y="481741"/>
                </a:lnTo>
                <a:lnTo>
                  <a:pt x="670252" y="386140"/>
                </a:lnTo>
                <a:lnTo>
                  <a:pt x="585491" y="343687"/>
                </a:lnTo>
                <a:moveTo>
                  <a:pt x="1241311" y="564279"/>
                </a:move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652620" y="797565"/>
                </a:lnTo>
                <a:lnTo>
                  <a:pt x="723048" y="824516"/>
                </a:lnTo>
                <a:cubicBezTo>
                  <a:pt x="764922" y="840545"/>
                  <a:pt x="832811" y="840545"/>
                  <a:pt x="874686" y="824516"/>
                </a:cubicBezTo>
                <a:lnTo>
                  <a:pt x="1241311" y="684204"/>
                </a:lnTo>
                <a:cubicBezTo>
                  <a:pt x="1262225" y="676201"/>
                  <a:pt x="1272690" y="665718"/>
                  <a:pt x="1272720" y="655229"/>
                </a:cubicBezTo>
                <a:lnTo>
                  <a:pt x="1272720" y="535304"/>
                </a:lnTo>
                <a:cubicBezTo>
                  <a:pt x="1272690" y="545793"/>
                  <a:pt x="1262225" y="556276"/>
                  <a:pt x="1241311" y="564279"/>
                </a:cubicBez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4663" y="2887886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334925" y="394807"/>
                </a:moveTo>
                <a:lnTo>
                  <a:pt x="334925" y="438817"/>
                </a:lnTo>
                <a:lnTo>
                  <a:pt x="585491" y="343689"/>
                </a:lnTo>
                <a:lnTo>
                  <a:pt x="585420" y="299677"/>
                </a:lnTo>
                <a:close/>
                <a:moveTo>
                  <a:pt x="501922" y="257889"/>
                </a:moveTo>
                <a:lnTo>
                  <a:pt x="251427" y="353020"/>
                </a:lnTo>
                <a:lnTo>
                  <a:pt x="334925" y="394807"/>
                </a:lnTo>
                <a:lnTo>
                  <a:pt x="585420" y="299677"/>
                </a:lnTo>
                <a:close/>
                <a:moveTo>
                  <a:pt x="251427" y="309009"/>
                </a:moveTo>
                <a:lnTo>
                  <a:pt x="251427" y="353020"/>
                </a:lnTo>
                <a:lnTo>
                  <a:pt x="501922" y="257889"/>
                </a:lnTo>
                <a:lnTo>
                  <a:pt x="501921" y="213880"/>
                </a:lnTo>
                <a:close/>
                <a:moveTo>
                  <a:pt x="418495" y="172091"/>
                </a:moveTo>
                <a:lnTo>
                  <a:pt x="167929" y="267224"/>
                </a:lnTo>
                <a:lnTo>
                  <a:pt x="251427" y="309009"/>
                </a:lnTo>
                <a:lnTo>
                  <a:pt x="501921" y="213880"/>
                </a:lnTo>
                <a:close/>
                <a:moveTo>
                  <a:pt x="167857" y="223211"/>
                </a:moveTo>
                <a:lnTo>
                  <a:pt x="418495" y="128083"/>
                </a:lnTo>
                <a:lnTo>
                  <a:pt x="418495" y="172091"/>
                </a:lnTo>
                <a:lnTo>
                  <a:pt x="167929" y="267224"/>
                </a:lnTo>
                <a:close/>
                <a:moveTo>
                  <a:pt x="84359" y="181427"/>
                </a:moveTo>
                <a:lnTo>
                  <a:pt x="145744" y="212083"/>
                </a:lnTo>
                <a:lnTo>
                  <a:pt x="167857" y="223211"/>
                </a:lnTo>
                <a:lnTo>
                  <a:pt x="418495" y="128083"/>
                </a:lnTo>
                <a:lnTo>
                  <a:pt x="334925" y="86298"/>
                </a:lnTo>
                <a:close/>
                <a:moveTo>
                  <a:pt x="84359" y="137416"/>
                </a:moveTo>
                <a:lnTo>
                  <a:pt x="84359" y="181427"/>
                </a:lnTo>
                <a:lnTo>
                  <a:pt x="334925" y="86298"/>
                </a:lnTo>
                <a:lnTo>
                  <a:pt x="334925" y="42287"/>
                </a:lnTo>
                <a:close/>
                <a:moveTo>
                  <a:pt x="0" y="95272"/>
                </a:moveTo>
                <a:lnTo>
                  <a:pt x="84359" y="137416"/>
                </a:lnTo>
                <a:lnTo>
                  <a:pt x="334925" y="42287"/>
                </a:lnTo>
                <a:lnTo>
                  <a:pt x="250350" y="0"/>
                </a:lnTo>
                <a:close/>
                <a:moveTo>
                  <a:pt x="356424" y="564281"/>
                </a:moveTo>
                <a:cubicBezTo>
                  <a:pt x="336583" y="556688"/>
                  <a:pt x="326143" y="546860"/>
                  <a:pt x="325103" y="536914"/>
                </a:cubicBez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670253" y="386138"/>
                </a:lnTo>
                <a:lnTo>
                  <a:pt x="723046" y="365933"/>
                </a:lnTo>
                <a:cubicBezTo>
                  <a:pt x="764921" y="349907"/>
                  <a:pt x="832814" y="349907"/>
                  <a:pt x="874689" y="365933"/>
                </a:cubicBezTo>
                <a:lnTo>
                  <a:pt x="1241311" y="506245"/>
                </a:lnTo>
                <a:cubicBezTo>
                  <a:pt x="1262222" y="514248"/>
                  <a:pt x="1272692" y="524735"/>
                  <a:pt x="1272717" y="535224"/>
                </a:cubicBezTo>
                <a:cubicBezTo>
                  <a:pt x="1272717" y="535250"/>
                  <a:pt x="1272717" y="535276"/>
                  <a:pt x="1272717" y="535302"/>
                </a:cubicBezTo>
                <a:cubicBezTo>
                  <a:pt x="1272692" y="545792"/>
                  <a:pt x="1262222" y="556278"/>
                  <a:pt x="1241311" y="564281"/>
                </a:cubicBez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402533" y="581928"/>
                </a:lnTo>
                <a:close/>
                <a:moveTo>
                  <a:pt x="84359" y="181427"/>
                </a:moveTo>
                <a:lnTo>
                  <a:pt x="84359" y="137416"/>
                </a:lnTo>
                <a:lnTo>
                  <a:pt x="0" y="95272"/>
                </a:lnTo>
                <a:lnTo>
                  <a:pt x="0" y="215333"/>
                </a:lnTo>
                <a:lnTo>
                  <a:pt x="325095" y="548514"/>
                </a:lnTo>
                <a:lnTo>
                  <a:pt x="325103" y="536914"/>
                </a:ln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334925" y="438817"/>
                </a:lnTo>
                <a:lnTo>
                  <a:pt x="334925" y="394807"/>
                </a:lnTo>
                <a:lnTo>
                  <a:pt x="251427" y="353020"/>
                </a:lnTo>
                <a:lnTo>
                  <a:pt x="251427" y="309009"/>
                </a:lnTo>
                <a:lnTo>
                  <a:pt x="167929" y="267224"/>
                </a:lnTo>
                <a:lnTo>
                  <a:pt x="167857" y="223211"/>
                </a:lnTo>
                <a:lnTo>
                  <a:pt x="145744" y="212083"/>
                </a:lnTo>
                <a:close/>
                <a:moveTo>
                  <a:pt x="585491" y="343689"/>
                </a:moveTo>
                <a:lnTo>
                  <a:pt x="334925" y="438817"/>
                </a:lnTo>
                <a:lnTo>
                  <a:pt x="420452" y="481741"/>
                </a:lnTo>
                <a:lnTo>
                  <a:pt x="670253" y="386138"/>
                </a:lnTo>
                <a:close/>
                <a:moveTo>
                  <a:pt x="1241311" y="564281"/>
                </a:move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652617" y="797564"/>
                </a:lnTo>
                <a:lnTo>
                  <a:pt x="723046" y="824518"/>
                </a:lnTo>
                <a:cubicBezTo>
                  <a:pt x="764921" y="840544"/>
                  <a:pt x="832814" y="840544"/>
                  <a:pt x="874689" y="824518"/>
                </a:cubicBezTo>
                <a:lnTo>
                  <a:pt x="1241311" y="684206"/>
                </a:lnTo>
                <a:cubicBezTo>
                  <a:pt x="1262222" y="676203"/>
                  <a:pt x="1272692" y="665717"/>
                  <a:pt x="1272717" y="655227"/>
                </a:cubicBezTo>
                <a:lnTo>
                  <a:pt x="1272717" y="535302"/>
                </a:lnTo>
                <a:cubicBezTo>
                  <a:pt x="1272692" y="545792"/>
                  <a:pt x="1262222" y="556278"/>
                  <a:pt x="1241311" y="564281"/>
                </a:cubicBezTo>
                <a:close/>
                <a:moveTo>
                  <a:pt x="325103" y="536914"/>
                </a:moveTo>
                <a:lnTo>
                  <a:pt x="325095" y="548514"/>
                </a:lnTo>
                <a:lnTo>
                  <a:pt x="325042" y="620770"/>
                </a:lnTo>
                <a:lnTo>
                  <a:pt x="402533" y="581928"/>
                </a:lnTo>
                <a:lnTo>
                  <a:pt x="356424" y="564281"/>
                </a:lnTo>
                <a:cubicBezTo>
                  <a:pt x="336583" y="556688"/>
                  <a:pt x="326143" y="546860"/>
                  <a:pt x="325103" y="536914"/>
                </a:cubicBezTo>
                <a:close/>
                <a:moveTo>
                  <a:pt x="1272717" y="535224"/>
                </a:moveTo>
                <a:lnTo>
                  <a:pt x="1272717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4563" y="3469950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1188357" y="181426"/>
                </a:moveTo>
                <a:lnTo>
                  <a:pt x="937790" y="86299"/>
                </a:lnTo>
                <a:lnTo>
                  <a:pt x="937790" y="42289"/>
                </a:lnTo>
                <a:lnTo>
                  <a:pt x="1188357" y="137416"/>
                </a:lnTo>
                <a:lnTo>
                  <a:pt x="1272720" y="95273"/>
                </a:lnTo>
                <a:lnTo>
                  <a:pt x="1272720" y="215332"/>
                </a:lnTo>
                <a:lnTo>
                  <a:pt x="947623" y="548513"/>
                </a:lnTo>
                <a:lnTo>
                  <a:pt x="947623" y="620772"/>
                </a:lnTo>
                <a:lnTo>
                  <a:pt x="870181" y="581928"/>
                </a:lnTo>
                <a:lnTo>
                  <a:pt x="916291" y="564279"/>
                </a:ln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937790" y="438820"/>
                </a:lnTo>
                <a:lnTo>
                  <a:pt x="687228" y="343687"/>
                </a:lnTo>
                <a:lnTo>
                  <a:pt x="68722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770796" y="257891"/>
                </a:moveTo>
                <a:lnTo>
                  <a:pt x="68729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moveTo>
                  <a:pt x="854222" y="172089"/>
                </a:move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moveTo>
                  <a:pt x="1188357" y="181426"/>
                </a:moveTo>
                <a:lnTo>
                  <a:pt x="937790" y="8629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1272720" y="95273"/>
                </a:moveTo>
                <a:lnTo>
                  <a:pt x="1188357" y="137416"/>
                </a:lnTo>
                <a:lnTo>
                  <a:pt x="937790" y="42289"/>
                </a:lnTo>
                <a:lnTo>
                  <a:pt x="1022369" y="0"/>
                </a:lnTo>
                <a:lnTo>
                  <a:pt x="1272720" y="95273"/>
                </a:lnTo>
                <a:moveTo>
                  <a:pt x="916291" y="564279"/>
                </a:move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602462" y="386140"/>
                </a:lnTo>
                <a:lnTo>
                  <a:pt x="549671" y="365935"/>
                </a:lnTo>
                <a:cubicBezTo>
                  <a:pt x="507797" y="349906"/>
                  <a:pt x="439902" y="349906"/>
                  <a:pt x="398028" y="365935"/>
                </a:cubicBezTo>
                <a:lnTo>
                  <a:pt x="31408" y="506247"/>
                </a:lnTo>
                <a:cubicBezTo>
                  <a:pt x="10494" y="514250"/>
                  <a:pt x="23" y="524733"/>
                  <a:pt x="0" y="535222"/>
                </a:cubicBezTo>
                <a:cubicBezTo>
                  <a:pt x="0" y="535251"/>
                  <a:pt x="0" y="535275"/>
                  <a:pt x="0" y="535304"/>
                </a:cubicBezTo>
                <a:cubicBezTo>
                  <a:pt x="23" y="545793"/>
                  <a:pt x="10494" y="556276"/>
                  <a:pt x="31408" y="564279"/>
                </a:cubicBez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870181" y="581928"/>
                </a:lnTo>
                <a:lnTo>
                  <a:pt x="916291" y="564279"/>
                </a:lnTo>
                <a:moveTo>
                  <a:pt x="687228" y="343687"/>
                </a:moveTo>
                <a:lnTo>
                  <a:pt x="937790" y="438820"/>
                </a:lnTo>
                <a:lnTo>
                  <a:pt x="852263" y="481741"/>
                </a:lnTo>
                <a:lnTo>
                  <a:pt x="602462" y="386140"/>
                </a:lnTo>
                <a:lnTo>
                  <a:pt x="687228" y="343687"/>
                </a:lnTo>
                <a:moveTo>
                  <a:pt x="31408" y="564279"/>
                </a:move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620100" y="797565"/>
                </a:lnTo>
                <a:lnTo>
                  <a:pt x="549671" y="824516"/>
                </a:lnTo>
                <a:cubicBezTo>
                  <a:pt x="507797" y="840545"/>
                  <a:pt x="439902" y="840545"/>
                  <a:pt x="398028" y="824516"/>
                </a:cubicBezTo>
                <a:lnTo>
                  <a:pt x="31408" y="684204"/>
                </a:lnTo>
                <a:cubicBezTo>
                  <a:pt x="10494" y="676201"/>
                  <a:pt x="23" y="665718"/>
                  <a:pt x="0" y="655229"/>
                </a:cubicBezTo>
                <a:lnTo>
                  <a:pt x="0" y="535304"/>
                </a:lnTo>
                <a:cubicBezTo>
                  <a:pt x="23" y="545793"/>
                  <a:pt x="10494" y="556276"/>
                  <a:pt x="31408" y="564279"/>
                </a:cubicBezTo>
              </a:path>
            </a:pathLst>
          </a:custGeom>
          <a:gradFill rotWithShape="1">
            <a:gsLst>
              <a:gs pos="0">
                <a:srgbClr val="CFF976"/>
              </a:gs>
              <a:gs pos="100000">
                <a:srgbClr val="A8DD38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4563" y="3469950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937792" y="394807"/>
                </a:moveTo>
                <a:lnTo>
                  <a:pt x="937792" y="438817"/>
                </a:lnTo>
                <a:lnTo>
                  <a:pt x="687225" y="343689"/>
                </a:lnTo>
                <a:lnTo>
                  <a:pt x="687297" y="299677"/>
                </a:lnTo>
                <a:close/>
                <a:moveTo>
                  <a:pt x="770795" y="257889"/>
                </a:moveTo>
                <a:lnTo>
                  <a:pt x="1021290" y="353020"/>
                </a:lnTo>
                <a:lnTo>
                  <a:pt x="937792" y="394807"/>
                </a:lnTo>
                <a:lnTo>
                  <a:pt x="687297" y="299677"/>
                </a:lnTo>
                <a:close/>
                <a:moveTo>
                  <a:pt x="1021290" y="309009"/>
                </a:moveTo>
                <a:lnTo>
                  <a:pt x="1021290" y="353020"/>
                </a:lnTo>
                <a:lnTo>
                  <a:pt x="770795" y="257889"/>
                </a:lnTo>
                <a:lnTo>
                  <a:pt x="770796" y="213880"/>
                </a:lnTo>
                <a:close/>
                <a:moveTo>
                  <a:pt x="854222" y="172091"/>
                </a:moveTo>
                <a:lnTo>
                  <a:pt x="1104788" y="267224"/>
                </a:lnTo>
                <a:lnTo>
                  <a:pt x="1021290" y="309009"/>
                </a:lnTo>
                <a:lnTo>
                  <a:pt x="770796" y="213880"/>
                </a:lnTo>
                <a:close/>
                <a:moveTo>
                  <a:pt x="1104860" y="223211"/>
                </a:moveTo>
                <a:lnTo>
                  <a:pt x="854222" y="128083"/>
                </a:lnTo>
                <a:lnTo>
                  <a:pt x="854222" y="172091"/>
                </a:lnTo>
                <a:lnTo>
                  <a:pt x="1104788" y="267224"/>
                </a:lnTo>
                <a:close/>
                <a:moveTo>
                  <a:pt x="1188358" y="181427"/>
                </a:moveTo>
                <a:lnTo>
                  <a:pt x="1126973" y="212083"/>
                </a:lnTo>
                <a:lnTo>
                  <a:pt x="1104860" y="223211"/>
                </a:lnTo>
                <a:lnTo>
                  <a:pt x="854222" y="128083"/>
                </a:lnTo>
                <a:lnTo>
                  <a:pt x="937792" y="86298"/>
                </a:lnTo>
                <a:close/>
                <a:moveTo>
                  <a:pt x="1188358" y="137416"/>
                </a:moveTo>
                <a:lnTo>
                  <a:pt x="1188358" y="181427"/>
                </a:lnTo>
                <a:lnTo>
                  <a:pt x="937792" y="86298"/>
                </a:lnTo>
                <a:lnTo>
                  <a:pt x="937791" y="42287"/>
                </a:lnTo>
                <a:close/>
                <a:moveTo>
                  <a:pt x="1272717" y="95272"/>
                </a:moveTo>
                <a:lnTo>
                  <a:pt x="1188358" y="137416"/>
                </a:lnTo>
                <a:lnTo>
                  <a:pt x="937791" y="42287"/>
                </a:lnTo>
                <a:lnTo>
                  <a:pt x="1022367" y="0"/>
                </a:lnTo>
                <a:close/>
                <a:moveTo>
                  <a:pt x="916293" y="564281"/>
                </a:moveTo>
                <a:cubicBezTo>
                  <a:pt x="936133" y="556688"/>
                  <a:pt x="946573" y="546860"/>
                  <a:pt x="947614" y="536914"/>
                </a:cubicBez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602464" y="386138"/>
                </a:lnTo>
                <a:lnTo>
                  <a:pt x="549671" y="365933"/>
                </a:lnTo>
                <a:cubicBezTo>
                  <a:pt x="507796" y="349907"/>
                  <a:pt x="439903" y="349907"/>
                  <a:pt x="398028" y="365933"/>
                </a:cubicBezTo>
                <a:lnTo>
                  <a:pt x="31406" y="506245"/>
                </a:lnTo>
                <a:cubicBezTo>
                  <a:pt x="10494" y="514248"/>
                  <a:pt x="25" y="524735"/>
                  <a:pt x="0" y="535224"/>
                </a:cubicBezTo>
                <a:cubicBezTo>
                  <a:pt x="0" y="535250"/>
                  <a:pt x="0" y="535276"/>
                  <a:pt x="0" y="535302"/>
                </a:cubicBezTo>
                <a:cubicBezTo>
                  <a:pt x="25" y="545792"/>
                  <a:pt x="10494" y="556278"/>
                  <a:pt x="31406" y="564281"/>
                </a:cubicBez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870183" y="581928"/>
                </a:lnTo>
                <a:close/>
                <a:moveTo>
                  <a:pt x="1188358" y="181427"/>
                </a:moveTo>
                <a:lnTo>
                  <a:pt x="1188358" y="137416"/>
                </a:lnTo>
                <a:lnTo>
                  <a:pt x="1272717" y="95272"/>
                </a:lnTo>
                <a:lnTo>
                  <a:pt x="1272717" y="215333"/>
                </a:lnTo>
                <a:lnTo>
                  <a:pt x="947622" y="548514"/>
                </a:lnTo>
                <a:lnTo>
                  <a:pt x="947614" y="536914"/>
                </a:ln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937792" y="438817"/>
                </a:lnTo>
                <a:lnTo>
                  <a:pt x="937792" y="394807"/>
                </a:lnTo>
                <a:lnTo>
                  <a:pt x="1021290" y="353020"/>
                </a:lnTo>
                <a:lnTo>
                  <a:pt x="1021290" y="309009"/>
                </a:lnTo>
                <a:lnTo>
                  <a:pt x="1104788" y="267224"/>
                </a:lnTo>
                <a:lnTo>
                  <a:pt x="1104860" y="223211"/>
                </a:lnTo>
                <a:lnTo>
                  <a:pt x="1126973" y="212083"/>
                </a:lnTo>
                <a:close/>
                <a:moveTo>
                  <a:pt x="687225" y="343689"/>
                </a:moveTo>
                <a:lnTo>
                  <a:pt x="937792" y="438817"/>
                </a:lnTo>
                <a:lnTo>
                  <a:pt x="852264" y="481741"/>
                </a:lnTo>
                <a:lnTo>
                  <a:pt x="602464" y="386138"/>
                </a:lnTo>
                <a:close/>
                <a:moveTo>
                  <a:pt x="31406" y="564281"/>
                </a:move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620100" y="797564"/>
                </a:lnTo>
                <a:lnTo>
                  <a:pt x="549671" y="824518"/>
                </a:lnTo>
                <a:cubicBezTo>
                  <a:pt x="507796" y="840544"/>
                  <a:pt x="439903" y="840544"/>
                  <a:pt x="398028" y="824518"/>
                </a:cubicBezTo>
                <a:lnTo>
                  <a:pt x="31406" y="684206"/>
                </a:lnTo>
                <a:cubicBezTo>
                  <a:pt x="10494" y="676203"/>
                  <a:pt x="25" y="665717"/>
                  <a:pt x="0" y="655227"/>
                </a:cubicBezTo>
                <a:lnTo>
                  <a:pt x="0" y="535302"/>
                </a:lnTo>
                <a:cubicBezTo>
                  <a:pt x="25" y="545792"/>
                  <a:pt x="10494" y="556278"/>
                  <a:pt x="31406" y="564281"/>
                </a:cubicBezTo>
                <a:close/>
                <a:moveTo>
                  <a:pt x="947622" y="548514"/>
                </a:moveTo>
                <a:lnTo>
                  <a:pt x="947674" y="620770"/>
                </a:lnTo>
                <a:lnTo>
                  <a:pt x="870183" y="581928"/>
                </a:lnTo>
                <a:lnTo>
                  <a:pt x="916293" y="564281"/>
                </a:lnTo>
                <a:cubicBezTo>
                  <a:pt x="936133" y="556688"/>
                  <a:pt x="946573" y="546860"/>
                  <a:pt x="947614" y="536914"/>
                </a:cubicBezTo>
                <a:close/>
                <a:moveTo>
                  <a:pt x="0" y="535224"/>
                </a:moveTo>
                <a:lnTo>
                  <a:pt x="0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04664" y="4052037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84357" y="181426"/>
                </a:moveTo>
                <a:lnTo>
                  <a:pt x="334924" y="86299"/>
                </a:lnTo>
                <a:lnTo>
                  <a:pt x="334924" y="42289"/>
                </a:lnTo>
                <a:lnTo>
                  <a:pt x="84357" y="137416"/>
                </a:lnTo>
                <a:lnTo>
                  <a:pt x="0" y="95273"/>
                </a:lnTo>
                <a:lnTo>
                  <a:pt x="0" y="215332"/>
                </a:lnTo>
                <a:lnTo>
                  <a:pt x="325096" y="548513"/>
                </a:lnTo>
                <a:lnTo>
                  <a:pt x="325096" y="620772"/>
                </a:lnTo>
                <a:lnTo>
                  <a:pt x="402532" y="581928"/>
                </a:lnTo>
                <a:lnTo>
                  <a:pt x="356422" y="564279"/>
                </a:ln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334924" y="438820"/>
                </a:lnTo>
                <a:lnTo>
                  <a:pt x="585491" y="343687"/>
                </a:lnTo>
                <a:lnTo>
                  <a:pt x="58549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501924" y="257891"/>
                </a:moveTo>
                <a:lnTo>
                  <a:pt x="58542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moveTo>
                  <a:pt x="418497" y="172089"/>
                </a:move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moveTo>
                  <a:pt x="84357" y="181426"/>
                </a:moveTo>
                <a:lnTo>
                  <a:pt x="334924" y="8629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0" y="95273"/>
                </a:moveTo>
                <a:lnTo>
                  <a:pt x="84357" y="137416"/>
                </a:lnTo>
                <a:lnTo>
                  <a:pt x="334924" y="42289"/>
                </a:lnTo>
                <a:lnTo>
                  <a:pt x="250350" y="0"/>
                </a:lnTo>
                <a:lnTo>
                  <a:pt x="0" y="95273"/>
                </a:lnTo>
                <a:moveTo>
                  <a:pt x="356422" y="564279"/>
                </a:move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670252" y="386140"/>
                </a:lnTo>
                <a:lnTo>
                  <a:pt x="723048" y="365935"/>
                </a:lnTo>
                <a:cubicBezTo>
                  <a:pt x="764922" y="349906"/>
                  <a:pt x="832811" y="349906"/>
                  <a:pt x="874686" y="365935"/>
                </a:cubicBezTo>
                <a:lnTo>
                  <a:pt x="1241311" y="506247"/>
                </a:lnTo>
                <a:cubicBezTo>
                  <a:pt x="1262225" y="514250"/>
                  <a:pt x="1272690" y="524733"/>
                  <a:pt x="1272720" y="535222"/>
                </a:cubicBezTo>
                <a:cubicBezTo>
                  <a:pt x="1272720" y="535251"/>
                  <a:pt x="1272720" y="535275"/>
                  <a:pt x="1272720" y="535304"/>
                </a:cubicBezTo>
                <a:cubicBezTo>
                  <a:pt x="1272690" y="545793"/>
                  <a:pt x="1262225" y="556276"/>
                  <a:pt x="1241311" y="564279"/>
                </a:cubicBez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402532" y="581928"/>
                </a:lnTo>
                <a:lnTo>
                  <a:pt x="356422" y="564279"/>
                </a:lnTo>
                <a:moveTo>
                  <a:pt x="585491" y="343687"/>
                </a:moveTo>
                <a:lnTo>
                  <a:pt x="334924" y="438820"/>
                </a:lnTo>
                <a:lnTo>
                  <a:pt x="420451" y="481741"/>
                </a:lnTo>
                <a:lnTo>
                  <a:pt x="670252" y="386140"/>
                </a:lnTo>
                <a:lnTo>
                  <a:pt x="585491" y="343687"/>
                </a:lnTo>
                <a:moveTo>
                  <a:pt x="1241311" y="564279"/>
                </a:moveTo>
                <a:lnTo>
                  <a:pt x="874686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652620" y="677640"/>
                </a:lnTo>
                <a:lnTo>
                  <a:pt x="652620" y="797565"/>
                </a:lnTo>
                <a:lnTo>
                  <a:pt x="723048" y="824516"/>
                </a:lnTo>
                <a:cubicBezTo>
                  <a:pt x="764922" y="840545"/>
                  <a:pt x="832811" y="840545"/>
                  <a:pt x="874686" y="824516"/>
                </a:cubicBezTo>
                <a:lnTo>
                  <a:pt x="1241311" y="684204"/>
                </a:lnTo>
                <a:cubicBezTo>
                  <a:pt x="1262225" y="676201"/>
                  <a:pt x="1272690" y="665718"/>
                  <a:pt x="1272720" y="655229"/>
                </a:cubicBezTo>
                <a:lnTo>
                  <a:pt x="1272720" y="535304"/>
                </a:lnTo>
                <a:cubicBezTo>
                  <a:pt x="1272690" y="545793"/>
                  <a:pt x="1262225" y="556276"/>
                  <a:pt x="1241311" y="564279"/>
                </a:cubicBezTo>
              </a:path>
            </a:pathLst>
          </a:custGeom>
          <a:gradFill rotWithShape="1">
            <a:gsLst>
              <a:gs pos="0">
                <a:srgbClr val="7FDFFF"/>
              </a:gs>
              <a:gs pos="100000">
                <a:srgbClr val="1AC6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4663" y="4052037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334925" y="394807"/>
                </a:moveTo>
                <a:lnTo>
                  <a:pt x="334925" y="438817"/>
                </a:lnTo>
                <a:lnTo>
                  <a:pt x="585491" y="343689"/>
                </a:lnTo>
                <a:lnTo>
                  <a:pt x="585420" y="299677"/>
                </a:lnTo>
                <a:close/>
                <a:moveTo>
                  <a:pt x="501922" y="257889"/>
                </a:moveTo>
                <a:lnTo>
                  <a:pt x="251427" y="353020"/>
                </a:lnTo>
                <a:lnTo>
                  <a:pt x="334925" y="394807"/>
                </a:lnTo>
                <a:lnTo>
                  <a:pt x="585420" y="299677"/>
                </a:lnTo>
                <a:close/>
                <a:moveTo>
                  <a:pt x="251427" y="309009"/>
                </a:moveTo>
                <a:lnTo>
                  <a:pt x="251427" y="353020"/>
                </a:lnTo>
                <a:lnTo>
                  <a:pt x="501922" y="257889"/>
                </a:lnTo>
                <a:lnTo>
                  <a:pt x="501921" y="213880"/>
                </a:lnTo>
                <a:close/>
                <a:moveTo>
                  <a:pt x="418495" y="172091"/>
                </a:moveTo>
                <a:lnTo>
                  <a:pt x="167929" y="267224"/>
                </a:lnTo>
                <a:lnTo>
                  <a:pt x="251427" y="309009"/>
                </a:lnTo>
                <a:lnTo>
                  <a:pt x="501921" y="213880"/>
                </a:lnTo>
                <a:close/>
                <a:moveTo>
                  <a:pt x="167857" y="223211"/>
                </a:moveTo>
                <a:lnTo>
                  <a:pt x="418495" y="128083"/>
                </a:lnTo>
                <a:lnTo>
                  <a:pt x="418495" y="172091"/>
                </a:lnTo>
                <a:lnTo>
                  <a:pt x="167929" y="267224"/>
                </a:lnTo>
                <a:close/>
                <a:moveTo>
                  <a:pt x="84359" y="181427"/>
                </a:moveTo>
                <a:lnTo>
                  <a:pt x="145744" y="212083"/>
                </a:lnTo>
                <a:lnTo>
                  <a:pt x="167857" y="223211"/>
                </a:lnTo>
                <a:lnTo>
                  <a:pt x="418495" y="128083"/>
                </a:lnTo>
                <a:lnTo>
                  <a:pt x="334925" y="86298"/>
                </a:lnTo>
                <a:close/>
                <a:moveTo>
                  <a:pt x="84359" y="137416"/>
                </a:moveTo>
                <a:lnTo>
                  <a:pt x="84359" y="181427"/>
                </a:lnTo>
                <a:lnTo>
                  <a:pt x="334925" y="86298"/>
                </a:lnTo>
                <a:lnTo>
                  <a:pt x="334925" y="42287"/>
                </a:lnTo>
                <a:close/>
                <a:moveTo>
                  <a:pt x="0" y="95272"/>
                </a:moveTo>
                <a:lnTo>
                  <a:pt x="84359" y="137416"/>
                </a:lnTo>
                <a:lnTo>
                  <a:pt x="334925" y="42287"/>
                </a:lnTo>
                <a:lnTo>
                  <a:pt x="250350" y="0"/>
                </a:lnTo>
                <a:close/>
                <a:moveTo>
                  <a:pt x="356424" y="564281"/>
                </a:moveTo>
                <a:cubicBezTo>
                  <a:pt x="336583" y="556688"/>
                  <a:pt x="326143" y="546860"/>
                  <a:pt x="325103" y="536914"/>
                </a:cubicBez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670253" y="386138"/>
                </a:lnTo>
                <a:lnTo>
                  <a:pt x="723046" y="365933"/>
                </a:lnTo>
                <a:cubicBezTo>
                  <a:pt x="764921" y="349907"/>
                  <a:pt x="832814" y="349907"/>
                  <a:pt x="874689" y="365933"/>
                </a:cubicBezTo>
                <a:lnTo>
                  <a:pt x="1241311" y="506245"/>
                </a:lnTo>
                <a:cubicBezTo>
                  <a:pt x="1262222" y="514248"/>
                  <a:pt x="1272692" y="524735"/>
                  <a:pt x="1272717" y="535224"/>
                </a:cubicBezTo>
                <a:cubicBezTo>
                  <a:pt x="1272717" y="535250"/>
                  <a:pt x="1272717" y="535276"/>
                  <a:pt x="1272717" y="535302"/>
                </a:cubicBezTo>
                <a:cubicBezTo>
                  <a:pt x="1272692" y="545792"/>
                  <a:pt x="1262222" y="556278"/>
                  <a:pt x="1241311" y="564281"/>
                </a:cubicBez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402533" y="581928"/>
                </a:lnTo>
                <a:close/>
                <a:moveTo>
                  <a:pt x="84359" y="181427"/>
                </a:moveTo>
                <a:lnTo>
                  <a:pt x="84359" y="137416"/>
                </a:lnTo>
                <a:lnTo>
                  <a:pt x="0" y="95272"/>
                </a:lnTo>
                <a:lnTo>
                  <a:pt x="0" y="215333"/>
                </a:lnTo>
                <a:lnTo>
                  <a:pt x="325095" y="548514"/>
                </a:lnTo>
                <a:lnTo>
                  <a:pt x="325103" y="536914"/>
                </a:ln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334925" y="438817"/>
                </a:lnTo>
                <a:lnTo>
                  <a:pt x="334925" y="394807"/>
                </a:lnTo>
                <a:lnTo>
                  <a:pt x="251427" y="353020"/>
                </a:lnTo>
                <a:lnTo>
                  <a:pt x="251427" y="309009"/>
                </a:lnTo>
                <a:lnTo>
                  <a:pt x="167929" y="267224"/>
                </a:lnTo>
                <a:lnTo>
                  <a:pt x="167857" y="223211"/>
                </a:lnTo>
                <a:lnTo>
                  <a:pt x="145744" y="212083"/>
                </a:lnTo>
                <a:close/>
                <a:moveTo>
                  <a:pt x="585491" y="343689"/>
                </a:moveTo>
                <a:lnTo>
                  <a:pt x="334925" y="438817"/>
                </a:lnTo>
                <a:lnTo>
                  <a:pt x="420452" y="481741"/>
                </a:lnTo>
                <a:lnTo>
                  <a:pt x="670253" y="386138"/>
                </a:lnTo>
                <a:close/>
                <a:moveTo>
                  <a:pt x="1241311" y="564281"/>
                </a:move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652617" y="677639"/>
                </a:lnTo>
                <a:lnTo>
                  <a:pt x="652617" y="797564"/>
                </a:lnTo>
                <a:lnTo>
                  <a:pt x="723046" y="824518"/>
                </a:lnTo>
                <a:cubicBezTo>
                  <a:pt x="764921" y="840544"/>
                  <a:pt x="832814" y="840544"/>
                  <a:pt x="874689" y="824518"/>
                </a:cubicBezTo>
                <a:lnTo>
                  <a:pt x="1241311" y="684206"/>
                </a:lnTo>
                <a:cubicBezTo>
                  <a:pt x="1262222" y="676203"/>
                  <a:pt x="1272692" y="665717"/>
                  <a:pt x="1272717" y="655227"/>
                </a:cubicBezTo>
                <a:lnTo>
                  <a:pt x="1272717" y="535302"/>
                </a:lnTo>
                <a:cubicBezTo>
                  <a:pt x="1272692" y="545792"/>
                  <a:pt x="1262222" y="556278"/>
                  <a:pt x="1241311" y="564281"/>
                </a:cubicBezTo>
                <a:close/>
                <a:moveTo>
                  <a:pt x="325103" y="536914"/>
                </a:moveTo>
                <a:lnTo>
                  <a:pt x="325095" y="548514"/>
                </a:lnTo>
                <a:lnTo>
                  <a:pt x="325042" y="620770"/>
                </a:lnTo>
                <a:lnTo>
                  <a:pt x="402533" y="581928"/>
                </a:lnTo>
                <a:lnTo>
                  <a:pt x="356424" y="564281"/>
                </a:lnTo>
                <a:cubicBezTo>
                  <a:pt x="336583" y="556688"/>
                  <a:pt x="326143" y="546860"/>
                  <a:pt x="325103" y="536914"/>
                </a:cubicBezTo>
                <a:close/>
                <a:moveTo>
                  <a:pt x="1272717" y="535224"/>
                </a:moveTo>
                <a:lnTo>
                  <a:pt x="1272717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4563" y="4634100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1188357" y="181426"/>
                </a:moveTo>
                <a:lnTo>
                  <a:pt x="937790" y="86299"/>
                </a:lnTo>
                <a:lnTo>
                  <a:pt x="937790" y="42289"/>
                </a:lnTo>
                <a:lnTo>
                  <a:pt x="1188357" y="137416"/>
                </a:lnTo>
                <a:lnTo>
                  <a:pt x="1272720" y="95273"/>
                </a:lnTo>
                <a:lnTo>
                  <a:pt x="1272720" y="215332"/>
                </a:lnTo>
                <a:lnTo>
                  <a:pt x="947623" y="548513"/>
                </a:lnTo>
                <a:lnTo>
                  <a:pt x="947623" y="620772"/>
                </a:lnTo>
                <a:lnTo>
                  <a:pt x="870181" y="581928"/>
                </a:lnTo>
                <a:lnTo>
                  <a:pt x="916291" y="564279"/>
                </a:ln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937790" y="438820"/>
                </a:lnTo>
                <a:lnTo>
                  <a:pt x="687228" y="343687"/>
                </a:lnTo>
                <a:lnTo>
                  <a:pt x="68722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770796" y="257891"/>
                </a:moveTo>
                <a:lnTo>
                  <a:pt x="687298" y="299677"/>
                </a:lnTo>
                <a:lnTo>
                  <a:pt x="937790" y="394804"/>
                </a:lnTo>
                <a:lnTo>
                  <a:pt x="1021287" y="353018"/>
                </a:lnTo>
                <a:lnTo>
                  <a:pt x="770796" y="257891"/>
                </a:lnTo>
                <a:moveTo>
                  <a:pt x="854222" y="172089"/>
                </a:moveTo>
                <a:lnTo>
                  <a:pt x="770796" y="213881"/>
                </a:lnTo>
                <a:lnTo>
                  <a:pt x="1021287" y="309008"/>
                </a:lnTo>
                <a:lnTo>
                  <a:pt x="1104790" y="267222"/>
                </a:lnTo>
                <a:lnTo>
                  <a:pt x="854222" y="172089"/>
                </a:lnTo>
                <a:moveTo>
                  <a:pt x="1188357" y="181426"/>
                </a:moveTo>
                <a:lnTo>
                  <a:pt x="937790" y="86299"/>
                </a:lnTo>
                <a:lnTo>
                  <a:pt x="854222" y="128085"/>
                </a:lnTo>
                <a:lnTo>
                  <a:pt x="1104860" y="223212"/>
                </a:lnTo>
                <a:lnTo>
                  <a:pt x="1126973" y="212085"/>
                </a:lnTo>
                <a:lnTo>
                  <a:pt x="1188357" y="181426"/>
                </a:lnTo>
                <a:moveTo>
                  <a:pt x="1272720" y="95273"/>
                </a:moveTo>
                <a:lnTo>
                  <a:pt x="1188357" y="137416"/>
                </a:lnTo>
                <a:lnTo>
                  <a:pt x="937790" y="42289"/>
                </a:lnTo>
                <a:lnTo>
                  <a:pt x="1022369" y="0"/>
                </a:lnTo>
                <a:lnTo>
                  <a:pt x="1272720" y="95273"/>
                </a:lnTo>
                <a:moveTo>
                  <a:pt x="916291" y="564279"/>
                </a:moveTo>
                <a:cubicBezTo>
                  <a:pt x="936134" y="556685"/>
                  <a:pt x="946570" y="546858"/>
                  <a:pt x="947612" y="536912"/>
                </a:cubicBezTo>
                <a:cubicBezTo>
                  <a:pt x="947670" y="536363"/>
                  <a:pt x="947700" y="535813"/>
                  <a:pt x="947700" y="535263"/>
                </a:cubicBezTo>
                <a:cubicBezTo>
                  <a:pt x="947700" y="524762"/>
                  <a:pt x="937228" y="514261"/>
                  <a:pt x="916291" y="506247"/>
                </a:cubicBezTo>
                <a:lnTo>
                  <a:pt x="852263" y="481741"/>
                </a:lnTo>
                <a:lnTo>
                  <a:pt x="602462" y="386140"/>
                </a:lnTo>
                <a:lnTo>
                  <a:pt x="549671" y="365935"/>
                </a:lnTo>
                <a:cubicBezTo>
                  <a:pt x="507797" y="349906"/>
                  <a:pt x="439902" y="349906"/>
                  <a:pt x="398028" y="365935"/>
                </a:cubicBezTo>
                <a:lnTo>
                  <a:pt x="31408" y="506247"/>
                </a:lnTo>
                <a:cubicBezTo>
                  <a:pt x="10494" y="514250"/>
                  <a:pt x="23" y="524733"/>
                  <a:pt x="0" y="535222"/>
                </a:cubicBezTo>
                <a:cubicBezTo>
                  <a:pt x="0" y="535251"/>
                  <a:pt x="0" y="535275"/>
                  <a:pt x="0" y="535304"/>
                </a:cubicBezTo>
                <a:cubicBezTo>
                  <a:pt x="23" y="545793"/>
                  <a:pt x="10494" y="556276"/>
                  <a:pt x="31408" y="564279"/>
                </a:cubicBez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870181" y="581928"/>
                </a:lnTo>
                <a:lnTo>
                  <a:pt x="916291" y="564279"/>
                </a:lnTo>
                <a:moveTo>
                  <a:pt x="687228" y="343687"/>
                </a:moveTo>
                <a:lnTo>
                  <a:pt x="937790" y="438820"/>
                </a:lnTo>
                <a:lnTo>
                  <a:pt x="852263" y="481741"/>
                </a:lnTo>
                <a:lnTo>
                  <a:pt x="602462" y="386140"/>
                </a:lnTo>
                <a:lnTo>
                  <a:pt x="687228" y="343687"/>
                </a:lnTo>
                <a:moveTo>
                  <a:pt x="31408" y="564279"/>
                </a:moveTo>
                <a:lnTo>
                  <a:pt x="398028" y="704591"/>
                </a:lnTo>
                <a:cubicBezTo>
                  <a:pt x="439902" y="720620"/>
                  <a:pt x="507797" y="720620"/>
                  <a:pt x="549671" y="704591"/>
                </a:cubicBezTo>
                <a:lnTo>
                  <a:pt x="620100" y="677640"/>
                </a:lnTo>
                <a:lnTo>
                  <a:pt x="620100" y="797565"/>
                </a:lnTo>
                <a:lnTo>
                  <a:pt x="549671" y="824516"/>
                </a:lnTo>
                <a:cubicBezTo>
                  <a:pt x="507797" y="840545"/>
                  <a:pt x="439902" y="840545"/>
                  <a:pt x="398028" y="824516"/>
                </a:cubicBezTo>
                <a:lnTo>
                  <a:pt x="31408" y="684204"/>
                </a:lnTo>
                <a:cubicBezTo>
                  <a:pt x="10494" y="676201"/>
                  <a:pt x="23" y="665718"/>
                  <a:pt x="0" y="655229"/>
                </a:cubicBezTo>
                <a:lnTo>
                  <a:pt x="0" y="535304"/>
                </a:lnTo>
                <a:cubicBezTo>
                  <a:pt x="23" y="545793"/>
                  <a:pt x="10494" y="556276"/>
                  <a:pt x="31408" y="564279"/>
                </a:cubicBez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4563" y="4634100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937792" y="394807"/>
                </a:moveTo>
                <a:lnTo>
                  <a:pt x="937792" y="438817"/>
                </a:lnTo>
                <a:lnTo>
                  <a:pt x="687225" y="343689"/>
                </a:lnTo>
                <a:lnTo>
                  <a:pt x="687297" y="299677"/>
                </a:lnTo>
                <a:close/>
                <a:moveTo>
                  <a:pt x="770795" y="257889"/>
                </a:moveTo>
                <a:lnTo>
                  <a:pt x="1021290" y="353020"/>
                </a:lnTo>
                <a:lnTo>
                  <a:pt x="937792" y="394807"/>
                </a:lnTo>
                <a:lnTo>
                  <a:pt x="687297" y="299677"/>
                </a:lnTo>
                <a:close/>
                <a:moveTo>
                  <a:pt x="1021290" y="309009"/>
                </a:moveTo>
                <a:lnTo>
                  <a:pt x="1021290" y="353020"/>
                </a:lnTo>
                <a:lnTo>
                  <a:pt x="770795" y="257889"/>
                </a:lnTo>
                <a:lnTo>
                  <a:pt x="770796" y="213880"/>
                </a:lnTo>
                <a:close/>
                <a:moveTo>
                  <a:pt x="854222" y="172091"/>
                </a:moveTo>
                <a:lnTo>
                  <a:pt x="1104788" y="267224"/>
                </a:lnTo>
                <a:lnTo>
                  <a:pt x="1021290" y="309009"/>
                </a:lnTo>
                <a:lnTo>
                  <a:pt x="770796" y="213880"/>
                </a:lnTo>
                <a:close/>
                <a:moveTo>
                  <a:pt x="1104860" y="223211"/>
                </a:moveTo>
                <a:lnTo>
                  <a:pt x="854222" y="128083"/>
                </a:lnTo>
                <a:lnTo>
                  <a:pt x="854222" y="172091"/>
                </a:lnTo>
                <a:lnTo>
                  <a:pt x="1104788" y="267224"/>
                </a:lnTo>
                <a:close/>
                <a:moveTo>
                  <a:pt x="1188358" y="181427"/>
                </a:moveTo>
                <a:lnTo>
                  <a:pt x="1126973" y="212083"/>
                </a:lnTo>
                <a:lnTo>
                  <a:pt x="1104860" y="223211"/>
                </a:lnTo>
                <a:lnTo>
                  <a:pt x="854222" y="128083"/>
                </a:lnTo>
                <a:lnTo>
                  <a:pt x="937792" y="86298"/>
                </a:lnTo>
                <a:close/>
                <a:moveTo>
                  <a:pt x="1188358" y="137416"/>
                </a:moveTo>
                <a:lnTo>
                  <a:pt x="1188358" y="181427"/>
                </a:lnTo>
                <a:lnTo>
                  <a:pt x="937792" y="86298"/>
                </a:lnTo>
                <a:lnTo>
                  <a:pt x="937791" y="42287"/>
                </a:lnTo>
                <a:close/>
                <a:moveTo>
                  <a:pt x="1272717" y="95272"/>
                </a:moveTo>
                <a:lnTo>
                  <a:pt x="1188358" y="137416"/>
                </a:lnTo>
                <a:lnTo>
                  <a:pt x="937791" y="42287"/>
                </a:lnTo>
                <a:lnTo>
                  <a:pt x="1022367" y="0"/>
                </a:lnTo>
                <a:close/>
                <a:moveTo>
                  <a:pt x="916293" y="564281"/>
                </a:moveTo>
                <a:cubicBezTo>
                  <a:pt x="936133" y="556688"/>
                  <a:pt x="946573" y="546860"/>
                  <a:pt x="947614" y="536914"/>
                </a:cubicBez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602464" y="386138"/>
                </a:lnTo>
                <a:lnTo>
                  <a:pt x="549671" y="365933"/>
                </a:lnTo>
                <a:cubicBezTo>
                  <a:pt x="507796" y="349907"/>
                  <a:pt x="439903" y="349907"/>
                  <a:pt x="398028" y="365933"/>
                </a:cubicBezTo>
                <a:lnTo>
                  <a:pt x="31406" y="506245"/>
                </a:lnTo>
                <a:cubicBezTo>
                  <a:pt x="10494" y="514248"/>
                  <a:pt x="25" y="524735"/>
                  <a:pt x="0" y="535224"/>
                </a:cubicBezTo>
                <a:cubicBezTo>
                  <a:pt x="0" y="535250"/>
                  <a:pt x="0" y="535276"/>
                  <a:pt x="0" y="535302"/>
                </a:cubicBezTo>
                <a:cubicBezTo>
                  <a:pt x="25" y="545792"/>
                  <a:pt x="10494" y="556278"/>
                  <a:pt x="31406" y="564281"/>
                </a:cubicBez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870183" y="581928"/>
                </a:lnTo>
                <a:close/>
                <a:moveTo>
                  <a:pt x="1188358" y="181427"/>
                </a:moveTo>
                <a:lnTo>
                  <a:pt x="1188358" y="137416"/>
                </a:lnTo>
                <a:lnTo>
                  <a:pt x="1272717" y="95272"/>
                </a:lnTo>
                <a:lnTo>
                  <a:pt x="1272717" y="215333"/>
                </a:lnTo>
                <a:lnTo>
                  <a:pt x="947622" y="548514"/>
                </a:lnTo>
                <a:lnTo>
                  <a:pt x="947614" y="536914"/>
                </a:lnTo>
                <a:cubicBezTo>
                  <a:pt x="947671" y="536364"/>
                  <a:pt x="947700" y="535814"/>
                  <a:pt x="947700" y="535263"/>
                </a:cubicBezTo>
                <a:cubicBezTo>
                  <a:pt x="947700" y="524761"/>
                  <a:pt x="937231" y="514258"/>
                  <a:pt x="916293" y="506245"/>
                </a:cubicBezTo>
                <a:lnTo>
                  <a:pt x="852264" y="481741"/>
                </a:lnTo>
                <a:lnTo>
                  <a:pt x="937792" y="438817"/>
                </a:lnTo>
                <a:lnTo>
                  <a:pt x="937792" y="394807"/>
                </a:lnTo>
                <a:lnTo>
                  <a:pt x="1021290" y="353020"/>
                </a:lnTo>
                <a:lnTo>
                  <a:pt x="1021290" y="309009"/>
                </a:lnTo>
                <a:lnTo>
                  <a:pt x="1104788" y="267224"/>
                </a:lnTo>
                <a:lnTo>
                  <a:pt x="1104860" y="223211"/>
                </a:lnTo>
                <a:lnTo>
                  <a:pt x="1126973" y="212083"/>
                </a:lnTo>
                <a:close/>
                <a:moveTo>
                  <a:pt x="687225" y="343689"/>
                </a:moveTo>
                <a:lnTo>
                  <a:pt x="937792" y="438817"/>
                </a:lnTo>
                <a:lnTo>
                  <a:pt x="852264" y="481741"/>
                </a:lnTo>
                <a:lnTo>
                  <a:pt x="602464" y="386138"/>
                </a:lnTo>
                <a:close/>
                <a:moveTo>
                  <a:pt x="31406" y="564281"/>
                </a:moveTo>
                <a:lnTo>
                  <a:pt x="398028" y="704593"/>
                </a:lnTo>
                <a:cubicBezTo>
                  <a:pt x="439903" y="720619"/>
                  <a:pt x="507796" y="720619"/>
                  <a:pt x="549671" y="704593"/>
                </a:cubicBezTo>
                <a:lnTo>
                  <a:pt x="620100" y="677639"/>
                </a:lnTo>
                <a:lnTo>
                  <a:pt x="620100" y="797564"/>
                </a:lnTo>
                <a:lnTo>
                  <a:pt x="549671" y="824518"/>
                </a:lnTo>
                <a:cubicBezTo>
                  <a:pt x="507796" y="840544"/>
                  <a:pt x="439903" y="840544"/>
                  <a:pt x="398028" y="824518"/>
                </a:cubicBezTo>
                <a:lnTo>
                  <a:pt x="31406" y="684206"/>
                </a:lnTo>
                <a:cubicBezTo>
                  <a:pt x="10494" y="676203"/>
                  <a:pt x="25" y="665717"/>
                  <a:pt x="0" y="655227"/>
                </a:cubicBezTo>
                <a:lnTo>
                  <a:pt x="0" y="535302"/>
                </a:lnTo>
                <a:cubicBezTo>
                  <a:pt x="25" y="545792"/>
                  <a:pt x="10494" y="556278"/>
                  <a:pt x="31406" y="564281"/>
                </a:cubicBezTo>
                <a:close/>
                <a:moveTo>
                  <a:pt x="947622" y="548514"/>
                </a:moveTo>
                <a:lnTo>
                  <a:pt x="947674" y="620770"/>
                </a:lnTo>
                <a:lnTo>
                  <a:pt x="870183" y="581928"/>
                </a:lnTo>
                <a:lnTo>
                  <a:pt x="916293" y="564281"/>
                </a:lnTo>
                <a:cubicBezTo>
                  <a:pt x="936133" y="556688"/>
                  <a:pt x="946573" y="546860"/>
                  <a:pt x="947614" y="536914"/>
                </a:cubicBezTo>
                <a:close/>
                <a:moveTo>
                  <a:pt x="0" y="535224"/>
                </a:moveTo>
                <a:lnTo>
                  <a:pt x="0" y="535302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03376" y="5216186"/>
            <a:ext cx="1272720" cy="840545"/>
          </a:xfrm>
          <a:custGeom>
            <a:avLst/>
            <a:gdLst/>
            <a:ahLst/>
            <a:cxnLst/>
            <a:rect l="0" t="0" r="0" b="0"/>
            <a:pathLst>
              <a:path w="1272720" h="840545">
                <a:moveTo>
                  <a:pt x="84357" y="181426"/>
                </a:moveTo>
                <a:lnTo>
                  <a:pt x="334924" y="86299"/>
                </a:lnTo>
                <a:lnTo>
                  <a:pt x="334924" y="42289"/>
                </a:lnTo>
                <a:lnTo>
                  <a:pt x="84357" y="137416"/>
                </a:lnTo>
                <a:lnTo>
                  <a:pt x="0" y="95273"/>
                </a:lnTo>
                <a:lnTo>
                  <a:pt x="0" y="215332"/>
                </a:lnTo>
                <a:lnTo>
                  <a:pt x="325096" y="548513"/>
                </a:lnTo>
                <a:lnTo>
                  <a:pt x="325096" y="655188"/>
                </a:lnTo>
                <a:cubicBezTo>
                  <a:pt x="325020" y="665689"/>
                  <a:pt x="335485" y="676195"/>
                  <a:pt x="356422" y="684204"/>
                </a:cubicBezTo>
                <a:lnTo>
                  <a:pt x="723048" y="824516"/>
                </a:lnTo>
                <a:cubicBezTo>
                  <a:pt x="764922" y="840545"/>
                  <a:pt x="832811" y="840545"/>
                  <a:pt x="874691" y="824516"/>
                </a:cubicBezTo>
                <a:lnTo>
                  <a:pt x="1241311" y="684204"/>
                </a:lnTo>
                <a:cubicBezTo>
                  <a:pt x="1262225" y="676201"/>
                  <a:pt x="1272690" y="665718"/>
                  <a:pt x="1272720" y="655229"/>
                </a:cubicBezTo>
                <a:lnTo>
                  <a:pt x="1272720" y="535304"/>
                </a:lnTo>
                <a:cubicBezTo>
                  <a:pt x="1272690" y="545793"/>
                  <a:pt x="1262225" y="556276"/>
                  <a:pt x="1241311" y="564279"/>
                </a:cubicBezTo>
                <a:lnTo>
                  <a:pt x="874691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356422" y="564279"/>
                </a:ln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334924" y="438820"/>
                </a:lnTo>
                <a:lnTo>
                  <a:pt x="585491" y="343687"/>
                </a:lnTo>
                <a:lnTo>
                  <a:pt x="58549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1241311" y="506247"/>
                </a:moveTo>
                <a:cubicBezTo>
                  <a:pt x="1262225" y="514250"/>
                  <a:pt x="1272690" y="524733"/>
                  <a:pt x="1272720" y="535304"/>
                </a:cubicBezTo>
                <a:cubicBezTo>
                  <a:pt x="1272690" y="545793"/>
                  <a:pt x="1262225" y="556276"/>
                  <a:pt x="1241311" y="564279"/>
                </a:cubicBezTo>
                <a:lnTo>
                  <a:pt x="874691" y="704591"/>
                </a:lnTo>
                <a:cubicBezTo>
                  <a:pt x="832811" y="720620"/>
                  <a:pt x="764922" y="720620"/>
                  <a:pt x="723048" y="704591"/>
                </a:cubicBezTo>
                <a:lnTo>
                  <a:pt x="356422" y="564279"/>
                </a:lnTo>
                <a:cubicBezTo>
                  <a:pt x="336585" y="556685"/>
                  <a:pt x="326143" y="546858"/>
                  <a:pt x="325102" y="536912"/>
                </a:cubicBezTo>
                <a:cubicBezTo>
                  <a:pt x="325043" y="536363"/>
                  <a:pt x="325020" y="535813"/>
                  <a:pt x="325020" y="535263"/>
                </a:cubicBezTo>
                <a:cubicBezTo>
                  <a:pt x="325020" y="524762"/>
                  <a:pt x="335485" y="514261"/>
                  <a:pt x="356422" y="506247"/>
                </a:cubicBezTo>
                <a:lnTo>
                  <a:pt x="420451" y="481741"/>
                </a:lnTo>
                <a:lnTo>
                  <a:pt x="670252" y="386140"/>
                </a:lnTo>
                <a:lnTo>
                  <a:pt x="723048" y="365935"/>
                </a:lnTo>
                <a:cubicBezTo>
                  <a:pt x="764922" y="349906"/>
                  <a:pt x="832811" y="349906"/>
                  <a:pt x="874691" y="365935"/>
                </a:cubicBezTo>
                <a:lnTo>
                  <a:pt x="1241311" y="506247"/>
                </a:lnTo>
                <a:moveTo>
                  <a:pt x="585491" y="343687"/>
                </a:moveTo>
                <a:lnTo>
                  <a:pt x="670252" y="386140"/>
                </a:lnTo>
                <a:lnTo>
                  <a:pt x="420451" y="481741"/>
                </a:lnTo>
                <a:lnTo>
                  <a:pt x="334924" y="438820"/>
                </a:lnTo>
                <a:lnTo>
                  <a:pt x="585491" y="343687"/>
                </a:lnTo>
                <a:moveTo>
                  <a:pt x="501924" y="257891"/>
                </a:moveTo>
                <a:lnTo>
                  <a:pt x="585421" y="299677"/>
                </a:lnTo>
                <a:lnTo>
                  <a:pt x="334924" y="394804"/>
                </a:lnTo>
                <a:lnTo>
                  <a:pt x="251427" y="353018"/>
                </a:lnTo>
                <a:lnTo>
                  <a:pt x="501924" y="257891"/>
                </a:lnTo>
                <a:moveTo>
                  <a:pt x="418497" y="172089"/>
                </a:moveTo>
                <a:lnTo>
                  <a:pt x="501924" y="213881"/>
                </a:lnTo>
                <a:lnTo>
                  <a:pt x="251427" y="309008"/>
                </a:lnTo>
                <a:lnTo>
                  <a:pt x="167930" y="267222"/>
                </a:lnTo>
                <a:lnTo>
                  <a:pt x="418497" y="172089"/>
                </a:lnTo>
                <a:moveTo>
                  <a:pt x="84357" y="181426"/>
                </a:moveTo>
                <a:lnTo>
                  <a:pt x="334924" y="86299"/>
                </a:lnTo>
                <a:lnTo>
                  <a:pt x="418497" y="128085"/>
                </a:lnTo>
                <a:lnTo>
                  <a:pt x="167859" y="223212"/>
                </a:lnTo>
                <a:lnTo>
                  <a:pt x="145746" y="212085"/>
                </a:lnTo>
                <a:lnTo>
                  <a:pt x="84357" y="181426"/>
                </a:lnTo>
                <a:moveTo>
                  <a:pt x="0" y="95273"/>
                </a:moveTo>
                <a:lnTo>
                  <a:pt x="84357" y="137416"/>
                </a:lnTo>
                <a:lnTo>
                  <a:pt x="334924" y="42289"/>
                </a:lnTo>
                <a:lnTo>
                  <a:pt x="250350" y="0"/>
                </a:lnTo>
                <a:lnTo>
                  <a:pt x="0" y="95273"/>
                </a:lnTo>
                <a:moveTo>
                  <a:pt x="1272720" y="535304"/>
                </a:moveTo>
                <a:cubicBezTo>
                  <a:pt x="1272720" y="535275"/>
                  <a:pt x="1272720" y="535251"/>
                  <a:pt x="1272720" y="535222"/>
                </a:cubicBez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03376" y="5216186"/>
            <a:ext cx="1272717" cy="840544"/>
          </a:xfrm>
          <a:custGeom>
            <a:avLst/>
            <a:gdLst/>
            <a:ahLst/>
            <a:cxnLst/>
            <a:rect l="0" t="0" r="0" b="0"/>
            <a:pathLst>
              <a:path w="1272717" h="840544">
                <a:moveTo>
                  <a:pt x="1241311" y="564281"/>
                </a:moveTo>
                <a:lnTo>
                  <a:pt x="874689" y="704593"/>
                </a:lnTo>
                <a:cubicBezTo>
                  <a:pt x="832814" y="720619"/>
                  <a:pt x="764921" y="720619"/>
                  <a:pt x="723046" y="704593"/>
                </a:cubicBezTo>
                <a:lnTo>
                  <a:pt x="356424" y="564281"/>
                </a:lnTo>
                <a:cubicBezTo>
                  <a:pt x="336583" y="556688"/>
                  <a:pt x="326143" y="546860"/>
                  <a:pt x="325103" y="536914"/>
                </a:cubicBezTo>
                <a:lnTo>
                  <a:pt x="325095" y="548514"/>
                </a:lnTo>
                <a:lnTo>
                  <a:pt x="325017" y="655188"/>
                </a:lnTo>
                <a:cubicBezTo>
                  <a:pt x="325017" y="665690"/>
                  <a:pt x="335486" y="676193"/>
                  <a:pt x="356424" y="684206"/>
                </a:cubicBezTo>
                <a:lnTo>
                  <a:pt x="723046" y="824518"/>
                </a:lnTo>
                <a:cubicBezTo>
                  <a:pt x="764921" y="840544"/>
                  <a:pt x="832814" y="840544"/>
                  <a:pt x="874689" y="824518"/>
                </a:cubicBezTo>
                <a:lnTo>
                  <a:pt x="1241311" y="684206"/>
                </a:lnTo>
                <a:cubicBezTo>
                  <a:pt x="1262222" y="676203"/>
                  <a:pt x="1272692" y="665717"/>
                  <a:pt x="1272717" y="655227"/>
                </a:cubicBezTo>
                <a:lnTo>
                  <a:pt x="1272717" y="535302"/>
                </a:lnTo>
                <a:cubicBezTo>
                  <a:pt x="1272692" y="545792"/>
                  <a:pt x="1262222" y="556278"/>
                  <a:pt x="1241311" y="564281"/>
                </a:cubicBezTo>
                <a:close/>
                <a:moveTo>
                  <a:pt x="1241311" y="506245"/>
                </a:moveTo>
                <a:lnTo>
                  <a:pt x="874689" y="365933"/>
                </a:lnTo>
                <a:cubicBezTo>
                  <a:pt x="832814" y="349907"/>
                  <a:pt x="764921" y="349907"/>
                  <a:pt x="723046" y="365933"/>
                </a:cubicBezTo>
                <a:lnTo>
                  <a:pt x="670253" y="386138"/>
                </a:lnTo>
                <a:lnTo>
                  <a:pt x="420452" y="481741"/>
                </a:lnTo>
                <a:lnTo>
                  <a:pt x="356424" y="506245"/>
                </a:lnTo>
                <a:cubicBezTo>
                  <a:pt x="335486" y="514258"/>
                  <a:pt x="325017" y="524761"/>
                  <a:pt x="325017" y="535263"/>
                </a:cubicBezTo>
                <a:cubicBezTo>
                  <a:pt x="325017" y="535814"/>
                  <a:pt x="325046" y="536364"/>
                  <a:pt x="325103" y="536914"/>
                </a:cubicBezTo>
                <a:cubicBezTo>
                  <a:pt x="326143" y="546860"/>
                  <a:pt x="336583" y="556688"/>
                  <a:pt x="356424" y="564281"/>
                </a:cubicBezTo>
                <a:lnTo>
                  <a:pt x="723046" y="704593"/>
                </a:lnTo>
                <a:cubicBezTo>
                  <a:pt x="764921" y="720619"/>
                  <a:pt x="832814" y="720619"/>
                  <a:pt x="874689" y="704593"/>
                </a:cubicBezTo>
                <a:lnTo>
                  <a:pt x="1241311" y="564281"/>
                </a:lnTo>
                <a:cubicBezTo>
                  <a:pt x="1262222" y="556278"/>
                  <a:pt x="1272692" y="545792"/>
                  <a:pt x="1272717" y="535302"/>
                </a:cubicBezTo>
                <a:lnTo>
                  <a:pt x="1272717" y="535224"/>
                </a:lnTo>
                <a:cubicBezTo>
                  <a:pt x="1272692" y="524735"/>
                  <a:pt x="1262222" y="514248"/>
                  <a:pt x="1241311" y="506245"/>
                </a:cubicBezTo>
                <a:close/>
                <a:moveTo>
                  <a:pt x="84359" y="181427"/>
                </a:moveTo>
                <a:lnTo>
                  <a:pt x="84359" y="137416"/>
                </a:lnTo>
                <a:lnTo>
                  <a:pt x="0" y="95272"/>
                </a:lnTo>
                <a:lnTo>
                  <a:pt x="0" y="215333"/>
                </a:lnTo>
                <a:lnTo>
                  <a:pt x="325095" y="548514"/>
                </a:lnTo>
                <a:lnTo>
                  <a:pt x="325103" y="536914"/>
                </a:lnTo>
                <a:cubicBezTo>
                  <a:pt x="325046" y="536364"/>
                  <a:pt x="325017" y="535814"/>
                  <a:pt x="325017" y="535263"/>
                </a:cubicBezTo>
                <a:cubicBezTo>
                  <a:pt x="325017" y="524761"/>
                  <a:pt x="335486" y="514258"/>
                  <a:pt x="356424" y="506245"/>
                </a:cubicBezTo>
                <a:lnTo>
                  <a:pt x="420452" y="481741"/>
                </a:lnTo>
                <a:lnTo>
                  <a:pt x="334925" y="438817"/>
                </a:lnTo>
                <a:lnTo>
                  <a:pt x="334925" y="394807"/>
                </a:lnTo>
                <a:lnTo>
                  <a:pt x="251427" y="353020"/>
                </a:lnTo>
                <a:lnTo>
                  <a:pt x="251427" y="309009"/>
                </a:lnTo>
                <a:lnTo>
                  <a:pt x="167929" y="267224"/>
                </a:lnTo>
                <a:lnTo>
                  <a:pt x="167857" y="223211"/>
                </a:lnTo>
                <a:lnTo>
                  <a:pt x="145744" y="212083"/>
                </a:lnTo>
                <a:close/>
                <a:moveTo>
                  <a:pt x="585491" y="343689"/>
                </a:moveTo>
                <a:lnTo>
                  <a:pt x="334925" y="438817"/>
                </a:lnTo>
                <a:lnTo>
                  <a:pt x="420452" y="481741"/>
                </a:lnTo>
                <a:lnTo>
                  <a:pt x="670253" y="386138"/>
                </a:lnTo>
                <a:close/>
                <a:moveTo>
                  <a:pt x="334925" y="394807"/>
                </a:moveTo>
                <a:lnTo>
                  <a:pt x="334925" y="438817"/>
                </a:lnTo>
                <a:lnTo>
                  <a:pt x="585491" y="343689"/>
                </a:lnTo>
                <a:lnTo>
                  <a:pt x="585420" y="299677"/>
                </a:lnTo>
                <a:close/>
                <a:moveTo>
                  <a:pt x="501922" y="257889"/>
                </a:moveTo>
                <a:lnTo>
                  <a:pt x="251427" y="353020"/>
                </a:lnTo>
                <a:lnTo>
                  <a:pt x="334925" y="394807"/>
                </a:lnTo>
                <a:lnTo>
                  <a:pt x="585420" y="299677"/>
                </a:lnTo>
                <a:close/>
                <a:moveTo>
                  <a:pt x="251427" y="309009"/>
                </a:moveTo>
                <a:lnTo>
                  <a:pt x="251427" y="353020"/>
                </a:lnTo>
                <a:lnTo>
                  <a:pt x="501922" y="257889"/>
                </a:lnTo>
                <a:lnTo>
                  <a:pt x="501921" y="213880"/>
                </a:lnTo>
                <a:close/>
                <a:moveTo>
                  <a:pt x="418495" y="172091"/>
                </a:moveTo>
                <a:lnTo>
                  <a:pt x="167929" y="267224"/>
                </a:lnTo>
                <a:lnTo>
                  <a:pt x="251427" y="309009"/>
                </a:lnTo>
                <a:lnTo>
                  <a:pt x="501921" y="213880"/>
                </a:lnTo>
                <a:close/>
                <a:moveTo>
                  <a:pt x="167857" y="223211"/>
                </a:moveTo>
                <a:lnTo>
                  <a:pt x="418495" y="128083"/>
                </a:lnTo>
                <a:lnTo>
                  <a:pt x="418495" y="172091"/>
                </a:lnTo>
                <a:lnTo>
                  <a:pt x="167929" y="267224"/>
                </a:lnTo>
                <a:close/>
                <a:moveTo>
                  <a:pt x="84359" y="181427"/>
                </a:moveTo>
                <a:lnTo>
                  <a:pt x="145744" y="212083"/>
                </a:lnTo>
                <a:lnTo>
                  <a:pt x="167857" y="223211"/>
                </a:lnTo>
                <a:lnTo>
                  <a:pt x="418495" y="128083"/>
                </a:lnTo>
                <a:lnTo>
                  <a:pt x="334925" y="86298"/>
                </a:lnTo>
                <a:close/>
                <a:moveTo>
                  <a:pt x="84359" y="137416"/>
                </a:moveTo>
                <a:lnTo>
                  <a:pt x="84359" y="181427"/>
                </a:lnTo>
                <a:lnTo>
                  <a:pt x="334925" y="86298"/>
                </a:lnTo>
                <a:lnTo>
                  <a:pt x="334925" y="42287"/>
                </a:lnTo>
                <a:close/>
                <a:moveTo>
                  <a:pt x="0" y="95272"/>
                </a:moveTo>
                <a:lnTo>
                  <a:pt x="84359" y="137416"/>
                </a:lnTo>
                <a:lnTo>
                  <a:pt x="334925" y="42287"/>
                </a:lnTo>
                <a:lnTo>
                  <a:pt x="250350" y="0"/>
                </a:lnTo>
                <a:close/>
                <a:moveTo>
                  <a:pt x="1272717" y="535224"/>
                </a:moveTo>
                <a:lnTo>
                  <a:pt x="1272717" y="535302"/>
                </a:lnTo>
                <a:cubicBezTo>
                  <a:pt x="1272717" y="535276"/>
                  <a:pt x="1272717" y="535250"/>
                  <a:pt x="1272717" y="535224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17784" y="56286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83FAC1"/>
              </a:gs>
              <a:gs pos="100000">
                <a:srgbClr val="44E09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17784" y="56286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90584" y="50670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9CC2FF"/>
              </a:gs>
              <a:gs pos="100000">
                <a:srgbClr val="4F92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90584" y="50670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17784" y="44703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7FDFFF"/>
              </a:gs>
              <a:gs pos="100000">
                <a:srgbClr val="1AC6F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17784" y="44703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90584" y="39087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CFF976"/>
              </a:gs>
              <a:gs pos="100000">
                <a:srgbClr val="A8DD38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90584" y="39087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7784" y="32769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FFEF63"/>
              </a:gs>
              <a:gs pos="100000">
                <a:srgbClr val="FFE60A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17784" y="32769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90584" y="27504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FFBF84"/>
              </a:gs>
              <a:gs pos="100000">
                <a:srgbClr val="F99539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90584" y="27504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17784" y="20835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FFA6A3"/>
              </a:gs>
              <a:gs pos="100000">
                <a:srgbClr val="FD6A65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17784" y="20835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90584" y="15570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1"/>
                  <a:pt x="78571" y="0"/>
                  <a:pt x="175500" y="0"/>
                </a:cubicBezTo>
                <a:cubicBezTo>
                  <a:pt x="272428" y="0"/>
                  <a:pt x="351000" y="78571"/>
                  <a:pt x="351000" y="175500"/>
                </a:cubicBezTo>
                <a:cubicBezTo>
                  <a:pt x="351000" y="272428"/>
                  <a:pt x="272428" y="351000"/>
                  <a:pt x="175500" y="351000"/>
                </a:cubicBezTo>
                <a:cubicBezTo>
                  <a:pt x="78571" y="351000"/>
                  <a:pt x="0" y="272428"/>
                  <a:pt x="0" y="175500"/>
                </a:cubicBezTo>
              </a:path>
            </a:pathLst>
          </a:custGeom>
          <a:gradFill rotWithShape="1">
            <a:gsLst>
              <a:gs pos="0">
                <a:srgbClr val="FFA1DA"/>
              </a:gs>
              <a:gs pos="100000">
                <a:srgbClr val="F669BE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90584" y="1557000"/>
            <a:ext cx="351000" cy="351000"/>
          </a:xfrm>
          <a:custGeom>
            <a:avLst/>
            <a:gdLst/>
            <a:ahLst/>
            <a:cxnLst/>
            <a:rect l="0" t="0" r="0" b="0"/>
            <a:pathLst>
              <a:path w="351000" h="351000">
                <a:moveTo>
                  <a:pt x="0" y="175500"/>
                </a:moveTo>
                <a:cubicBezTo>
                  <a:pt x="0" y="78574"/>
                  <a:pt x="78574" y="0"/>
                  <a:pt x="175500" y="0"/>
                </a:cubicBezTo>
                <a:cubicBezTo>
                  <a:pt x="272425" y="0"/>
                  <a:pt x="351000" y="78574"/>
                  <a:pt x="351000" y="175500"/>
                </a:cubicBezTo>
                <a:cubicBezTo>
                  <a:pt x="351000" y="272425"/>
                  <a:pt x="272425" y="351000"/>
                  <a:pt x="175500" y="351000"/>
                </a:cubicBezTo>
                <a:cubicBezTo>
                  <a:pt x="78574" y="351000"/>
                  <a:pt x="0" y="272425"/>
                  <a:pt x="0" y="175500"/>
                </a:cubicBez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7653" y="2762100"/>
            <a:ext cx="870825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E8431"/>
                </a:solidFill>
                <a:latin typeface="Roboto"/>
              </a:rPr>
              <a:t>Monitor Status &amp;
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0884" y="2302875"/>
            <a:ext cx="1030331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Address and resolve any
errors encountered during
deployment.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52896" y="2827912"/>
            <a:ext cx="336375" cy="336375"/>
          </a:xfrm>
          <a:custGeom>
            <a:avLst/>
            <a:gdLst/>
            <a:ahLst/>
            <a:cxnLst/>
            <a:rect l="0" t="0" r="0" b="0"/>
            <a:pathLst>
              <a:path w="336375" h="336375">
                <a:moveTo>
                  <a:pt x="286650" y="109687"/>
                </a:moveTo>
                <a:cubicBezTo>
                  <a:pt x="302869" y="93468"/>
                  <a:pt x="322086" y="50543"/>
                  <a:pt x="310050" y="26456"/>
                </a:cubicBezTo>
                <a:cubicBezTo>
                  <a:pt x="285889" y="14347"/>
                  <a:pt x="242965" y="33637"/>
                  <a:pt x="226687" y="49725"/>
                </a:cubicBezTo>
                <a:lnTo>
                  <a:pt x="216713" y="59699"/>
                </a:lnTo>
                <a:lnTo>
                  <a:pt x="276558" y="119544"/>
                </a:lnTo>
                <a:close/>
                <a:moveTo>
                  <a:pt x="260441" y="175675"/>
                </a:moveTo>
                <a:cubicBezTo>
                  <a:pt x="273987" y="162124"/>
                  <a:pt x="281598" y="143750"/>
                  <a:pt x="281604" y="124590"/>
                </a:cubicBezTo>
                <a:lnTo>
                  <a:pt x="211784" y="54770"/>
                </a:lnTo>
                <a:cubicBezTo>
                  <a:pt x="192624" y="54776"/>
                  <a:pt x="174250" y="62387"/>
                  <a:pt x="160699" y="75933"/>
                </a:cubicBezTo>
                <a:lnTo>
                  <a:pt x="23312" y="213320"/>
                </a:lnTo>
                <a:lnTo>
                  <a:pt x="123054" y="313062"/>
                </a:lnTo>
                <a:close/>
                <a:moveTo>
                  <a:pt x="237319" y="198797"/>
                </a:moveTo>
                <a:lnTo>
                  <a:pt x="137577" y="99055"/>
                </a:lnTo>
                <a:moveTo>
                  <a:pt x="164194" y="271922"/>
                </a:moveTo>
                <a:lnTo>
                  <a:pt x="64452" y="172180"/>
                </a:lnTo>
                <a:moveTo>
                  <a:pt x="187448" y="148926"/>
                </a:moveTo>
                <a:lnTo>
                  <a:pt x="148590" y="187784"/>
                </a:lnTo>
                <a:moveTo>
                  <a:pt x="33286" y="223294"/>
                </a:moveTo>
                <a:lnTo>
                  <a:pt x="0" y="256581"/>
                </a:lnTo>
                <a:moveTo>
                  <a:pt x="73183" y="263191"/>
                </a:moveTo>
                <a:lnTo>
                  <a:pt x="39897" y="296478"/>
                </a:lnTo>
                <a:moveTo>
                  <a:pt x="113080" y="303088"/>
                </a:moveTo>
                <a:lnTo>
                  <a:pt x="79793" y="336375"/>
                </a:lnTo>
                <a:moveTo>
                  <a:pt x="309976" y="26398"/>
                </a:moveTo>
                <a:lnTo>
                  <a:pt x="336375" y="0"/>
                </a:lnTo>
              </a:path>
            </a:pathLst>
          </a:custGeom>
          <a:noFill/>
          <a:ln w="8775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5715" y="28381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2934" y="3110175"/>
            <a:ext cx="985543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Track the update process
and identify any issues.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2915" y="21712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99896" y="2266312"/>
            <a:ext cx="336375" cy="336375"/>
          </a:xfrm>
          <a:custGeom>
            <a:avLst/>
            <a:gdLst/>
            <a:ahLst/>
            <a:cxnLst/>
            <a:rect l="0" t="0" r="0" b="0"/>
            <a:pathLst>
              <a:path w="336375" h="336375">
                <a:moveTo>
                  <a:pt x="190125" y="95062"/>
                </a:moveTo>
                <a:cubicBezTo>
                  <a:pt x="190125" y="123332"/>
                  <a:pt x="213042" y="146250"/>
                  <a:pt x="241312" y="146250"/>
                </a:cubicBezTo>
                <a:cubicBezTo>
                  <a:pt x="269582" y="146250"/>
                  <a:pt x="292500" y="123332"/>
                  <a:pt x="292500" y="95062"/>
                </a:cubicBezTo>
                <a:cubicBezTo>
                  <a:pt x="292500" y="66792"/>
                  <a:pt x="269582" y="43875"/>
                  <a:pt x="241312" y="43875"/>
                </a:cubicBezTo>
                <a:cubicBezTo>
                  <a:pt x="213042" y="43875"/>
                  <a:pt x="190125" y="66792"/>
                  <a:pt x="190125" y="95062"/>
                </a:cubicBezTo>
                <a:moveTo>
                  <a:pt x="43875" y="292500"/>
                </a:moveTo>
                <a:lnTo>
                  <a:pt x="76050" y="247411"/>
                </a:lnTo>
                <a:cubicBezTo>
                  <a:pt x="77192" y="245811"/>
                  <a:pt x="78931" y="244739"/>
                  <a:pt x="80874" y="244436"/>
                </a:cubicBezTo>
                <a:cubicBezTo>
                  <a:pt x="82817" y="244133"/>
                  <a:pt x="84799" y="244626"/>
                  <a:pt x="86375" y="245802"/>
                </a:cubicBezTo>
                <a:lnTo>
                  <a:pt x="103837" y="258862"/>
                </a:lnTo>
                <a:cubicBezTo>
                  <a:pt x="107068" y="261285"/>
                  <a:pt x="111651" y="260630"/>
                  <a:pt x="114075" y="257400"/>
                </a:cubicBezTo>
                <a:lnTo>
                  <a:pt x="153562" y="204750"/>
                </a:lnTo>
                <a:moveTo>
                  <a:pt x="292119" y="88846"/>
                </a:moveTo>
                <a:lnTo>
                  <a:pt x="241312" y="95062"/>
                </a:lnTo>
                <a:lnTo>
                  <a:pt x="252295" y="45059"/>
                </a:lnTo>
                <a:moveTo>
                  <a:pt x="212062" y="190125"/>
                </a:moveTo>
                <a:cubicBezTo>
                  <a:pt x="204750" y="190125"/>
                  <a:pt x="204750" y="197437"/>
                  <a:pt x="204750" y="197437"/>
                </a:cubicBezTo>
                <a:lnTo>
                  <a:pt x="204750" y="285187"/>
                </a:lnTo>
                <a:cubicBezTo>
                  <a:pt x="204750" y="292500"/>
                  <a:pt x="212062" y="292500"/>
                  <a:pt x="212062" y="292500"/>
                </a:cubicBezTo>
                <a:lnTo>
                  <a:pt x="285187" y="292500"/>
                </a:lnTo>
                <a:cubicBezTo>
                  <a:pt x="292500" y="292500"/>
                  <a:pt x="292500" y="285187"/>
                  <a:pt x="292500" y="285187"/>
                </a:cubicBezTo>
                <a:lnTo>
                  <a:pt x="292500" y="197437"/>
                </a:lnTo>
                <a:cubicBezTo>
                  <a:pt x="292500" y="190125"/>
                  <a:pt x="285187" y="190125"/>
                  <a:pt x="285187" y="190125"/>
                </a:cubicBezTo>
                <a:lnTo>
                  <a:pt x="212062" y="190125"/>
                </a:lnTo>
                <a:moveTo>
                  <a:pt x="234000" y="234000"/>
                </a:moveTo>
                <a:lnTo>
                  <a:pt x="263250" y="234000"/>
                </a:lnTo>
                <a:moveTo>
                  <a:pt x="234000" y="263250"/>
                </a:moveTo>
                <a:lnTo>
                  <a:pt x="248625" y="263250"/>
                </a:lnTo>
                <a:moveTo>
                  <a:pt x="51187" y="43875"/>
                </a:moveTo>
                <a:cubicBezTo>
                  <a:pt x="43875" y="43875"/>
                  <a:pt x="43875" y="51187"/>
                  <a:pt x="43875" y="51187"/>
                </a:cubicBezTo>
                <a:lnTo>
                  <a:pt x="43875" y="138937"/>
                </a:lnTo>
                <a:cubicBezTo>
                  <a:pt x="43875" y="146250"/>
                  <a:pt x="51187" y="146250"/>
                  <a:pt x="51187" y="146250"/>
                </a:cubicBezTo>
                <a:lnTo>
                  <a:pt x="124312" y="146250"/>
                </a:lnTo>
                <a:cubicBezTo>
                  <a:pt x="131625" y="146250"/>
                  <a:pt x="131625" y="138937"/>
                  <a:pt x="131625" y="138937"/>
                </a:cubicBezTo>
                <a:lnTo>
                  <a:pt x="131625" y="51187"/>
                </a:lnTo>
                <a:cubicBezTo>
                  <a:pt x="131625" y="43875"/>
                  <a:pt x="124312" y="43875"/>
                  <a:pt x="124312" y="43875"/>
                </a:cubicBezTo>
                <a:lnTo>
                  <a:pt x="51187" y="43875"/>
                </a:lnTo>
                <a:moveTo>
                  <a:pt x="73125" y="73125"/>
                </a:moveTo>
                <a:lnTo>
                  <a:pt x="102375" y="73125"/>
                </a:lnTo>
                <a:moveTo>
                  <a:pt x="73125" y="102375"/>
                </a:moveTo>
                <a:lnTo>
                  <a:pt x="87750" y="102375"/>
                </a:lnTo>
                <a:moveTo>
                  <a:pt x="14625" y="0"/>
                </a:moveTo>
                <a:lnTo>
                  <a:pt x="321750" y="0"/>
                </a:lnTo>
                <a:cubicBezTo>
                  <a:pt x="321750" y="0"/>
                  <a:pt x="336375" y="0"/>
                  <a:pt x="336375" y="14625"/>
                </a:cubicBezTo>
                <a:lnTo>
                  <a:pt x="336375" y="321750"/>
                </a:lnTo>
                <a:cubicBezTo>
                  <a:pt x="336375" y="321750"/>
                  <a:pt x="336375" y="336375"/>
                  <a:pt x="321750" y="336375"/>
                </a:cubicBezTo>
                <a:lnTo>
                  <a:pt x="14625" y="336375"/>
                </a:lnTo>
                <a:cubicBezTo>
                  <a:pt x="14625" y="336375"/>
                  <a:pt x="0" y="336375"/>
                  <a:pt x="0" y="321750"/>
                </a:cubicBezTo>
                <a:lnTo>
                  <a:pt x="0" y="14625"/>
                </a:lnTo>
                <a:cubicBezTo>
                  <a:pt x="0" y="14625"/>
                  <a:pt x="0" y="0"/>
                  <a:pt x="14625" y="0"/>
                </a:cubicBezTo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03552" y="3428268"/>
            <a:ext cx="329062" cy="329062"/>
          </a:xfrm>
          <a:custGeom>
            <a:avLst/>
            <a:gdLst/>
            <a:ahLst/>
            <a:cxnLst/>
            <a:rect l="0" t="0" r="0" b="0"/>
            <a:pathLst>
              <a:path w="329062" h="329062">
                <a:moveTo>
                  <a:pt x="277875" y="255937"/>
                </a:moveTo>
                <a:cubicBezTo>
                  <a:pt x="298067" y="255937"/>
                  <a:pt x="314437" y="239567"/>
                  <a:pt x="314437" y="219375"/>
                </a:cubicBezTo>
                <a:cubicBezTo>
                  <a:pt x="314437" y="199182"/>
                  <a:pt x="298067" y="182812"/>
                  <a:pt x="277875" y="182812"/>
                </a:cubicBezTo>
                <a:cubicBezTo>
                  <a:pt x="257682" y="182812"/>
                  <a:pt x="241312" y="199182"/>
                  <a:pt x="241312" y="219375"/>
                </a:cubicBezTo>
                <a:cubicBezTo>
                  <a:pt x="241312" y="239567"/>
                  <a:pt x="257682" y="255937"/>
                  <a:pt x="277875" y="255937"/>
                </a:cubicBezTo>
                <a:close/>
                <a:moveTo>
                  <a:pt x="329062" y="329062"/>
                </a:moveTo>
                <a:cubicBezTo>
                  <a:pt x="329062" y="301275"/>
                  <a:pt x="305662" y="277875"/>
                  <a:pt x="277875" y="277875"/>
                </a:cubicBezTo>
                <a:cubicBezTo>
                  <a:pt x="250087" y="277875"/>
                  <a:pt x="226687" y="301275"/>
                  <a:pt x="226687" y="329062"/>
                </a:cubicBezTo>
                <a:moveTo>
                  <a:pt x="175500" y="255937"/>
                </a:moveTo>
                <a:cubicBezTo>
                  <a:pt x="155307" y="255937"/>
                  <a:pt x="138937" y="239567"/>
                  <a:pt x="138937" y="219375"/>
                </a:cubicBezTo>
                <a:cubicBezTo>
                  <a:pt x="138937" y="199182"/>
                  <a:pt x="155307" y="182812"/>
                  <a:pt x="175500" y="182812"/>
                </a:cubicBezTo>
                <a:cubicBezTo>
                  <a:pt x="195692" y="182812"/>
                  <a:pt x="212062" y="199182"/>
                  <a:pt x="212062" y="219375"/>
                </a:cubicBezTo>
                <a:cubicBezTo>
                  <a:pt x="212062" y="239567"/>
                  <a:pt x="195692" y="255937"/>
                  <a:pt x="175500" y="255937"/>
                </a:cubicBezTo>
                <a:close/>
                <a:moveTo>
                  <a:pt x="226687" y="329062"/>
                </a:moveTo>
                <a:cubicBezTo>
                  <a:pt x="226687" y="301275"/>
                  <a:pt x="203287" y="277875"/>
                  <a:pt x="175500" y="277875"/>
                </a:cubicBezTo>
                <a:cubicBezTo>
                  <a:pt x="147712" y="277875"/>
                  <a:pt x="124312" y="301275"/>
                  <a:pt x="124312" y="329062"/>
                </a:cubicBezTo>
                <a:moveTo>
                  <a:pt x="71662" y="327600"/>
                </a:moveTo>
                <a:lnTo>
                  <a:pt x="0" y="327600"/>
                </a:lnTo>
                <a:moveTo>
                  <a:pt x="14625" y="327600"/>
                </a:moveTo>
                <a:lnTo>
                  <a:pt x="14625" y="14756"/>
                </a:lnTo>
                <a:cubicBezTo>
                  <a:pt x="14625" y="5902"/>
                  <a:pt x="20475" y="0"/>
                  <a:pt x="29250" y="0"/>
                </a:cubicBezTo>
                <a:lnTo>
                  <a:pt x="197437" y="0"/>
                </a:lnTo>
                <a:cubicBezTo>
                  <a:pt x="206212" y="0"/>
                  <a:pt x="212062" y="5902"/>
                  <a:pt x="212062" y="14756"/>
                </a:cubicBezTo>
                <a:lnTo>
                  <a:pt x="212062" y="144616"/>
                </a:lnTo>
                <a:moveTo>
                  <a:pt x="165262" y="61424"/>
                </a:moveTo>
                <a:lnTo>
                  <a:pt x="62888" y="61424"/>
                </a:lnTo>
                <a:moveTo>
                  <a:pt x="165262" y="119924"/>
                </a:moveTo>
                <a:lnTo>
                  <a:pt x="62888" y="119924"/>
                </a:lnTo>
                <a:moveTo>
                  <a:pt x="100913" y="178425"/>
                </a:moveTo>
                <a:lnTo>
                  <a:pt x="62888" y="178425"/>
                </a:lnTo>
                <a:moveTo>
                  <a:pt x="92138" y="236925"/>
                </a:moveTo>
                <a:lnTo>
                  <a:pt x="62888" y="236925"/>
                </a:lnTo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42915" y="33646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0884" y="3288600"/>
            <a:ext cx="1470181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CB15"/>
                </a:solidFill>
                <a:latin typeface="Roboto"/>
              </a:rPr>
              <a:t>Deploy via
Intune/Registry/WinCS/GPO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0884" y="3636675"/>
            <a:ext cx="866531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Roll out updates to all
devices using chosen
methods.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0884" y="2095200"/>
            <a:ext cx="897612" cy="140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5753"/>
                </a:solidFill>
                <a:latin typeface="Roboto"/>
              </a:rPr>
              <a:t>Remediate Errors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6215" y="3920400"/>
            <a:ext cx="802274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2BD39"/>
                </a:solidFill>
                <a:latin typeface="Roboto"/>
              </a:rPr>
              <a:t>Pilot Certificate
Deployment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52896" y="3985844"/>
            <a:ext cx="336375" cy="336742"/>
          </a:xfrm>
          <a:custGeom>
            <a:avLst/>
            <a:gdLst/>
            <a:ahLst/>
            <a:cxnLst/>
            <a:rect l="0" t="0" r="0" b="0"/>
            <a:pathLst>
              <a:path w="336375" h="336742">
                <a:moveTo>
                  <a:pt x="236047" y="58019"/>
                </a:moveTo>
                <a:cubicBezTo>
                  <a:pt x="236056" y="35716"/>
                  <a:pt x="225084" y="14838"/>
                  <a:pt x="206709" y="2196"/>
                </a:cubicBezTo>
                <a:cubicBezTo>
                  <a:pt x="204375" y="692"/>
                  <a:pt x="201405" y="584"/>
                  <a:pt x="198967" y="1912"/>
                </a:cubicBezTo>
                <a:cubicBezTo>
                  <a:pt x="196529" y="3241"/>
                  <a:pt x="195011" y="5795"/>
                  <a:pt x="195009" y="8572"/>
                </a:cubicBezTo>
                <a:lnTo>
                  <a:pt x="195009" y="39168"/>
                </a:lnTo>
                <a:cubicBezTo>
                  <a:pt x="195009" y="53707"/>
                  <a:pt x="183223" y="65493"/>
                  <a:pt x="168684" y="65493"/>
                </a:cubicBezTo>
                <a:lnTo>
                  <a:pt x="168684" y="65493"/>
                </a:lnTo>
                <a:cubicBezTo>
                  <a:pt x="154145" y="65493"/>
                  <a:pt x="142359" y="53707"/>
                  <a:pt x="142359" y="39168"/>
                </a:cubicBezTo>
                <a:lnTo>
                  <a:pt x="142359" y="8031"/>
                </a:lnTo>
                <a:cubicBezTo>
                  <a:pt x="142369" y="5248"/>
                  <a:pt x="140858" y="2682"/>
                  <a:pt x="138419" y="1341"/>
                </a:cubicBezTo>
                <a:cubicBezTo>
                  <a:pt x="135981" y="0"/>
                  <a:pt x="133004" y="97"/>
                  <a:pt x="130659" y="1596"/>
                </a:cubicBezTo>
                <a:cubicBezTo>
                  <a:pt x="109823" y="15483"/>
                  <a:pt x="98337" y="39724"/>
                  <a:pt x="100786" y="64644"/>
                </a:cubicBezTo>
                <a:cubicBezTo>
                  <a:pt x="103234" y="89564"/>
                  <a:pt x="119219" y="111106"/>
                  <a:pt x="142359" y="120673"/>
                </a:cubicBezTo>
                <a:lnTo>
                  <a:pt x="142359" y="248992"/>
                </a:lnTo>
                <a:lnTo>
                  <a:pt x="194951" y="248992"/>
                </a:lnTo>
                <a:lnTo>
                  <a:pt x="194951" y="120292"/>
                </a:lnTo>
                <a:cubicBezTo>
                  <a:pt x="219863" y="109613"/>
                  <a:pt x="236024" y="85125"/>
                  <a:pt x="236047" y="58019"/>
                </a:cubicBezTo>
                <a:close/>
                <a:moveTo>
                  <a:pt x="65812" y="336742"/>
                </a:moveTo>
                <a:lnTo>
                  <a:pt x="270562" y="336742"/>
                </a:lnTo>
                <a:moveTo>
                  <a:pt x="160875" y="307492"/>
                </a:moveTo>
                <a:lnTo>
                  <a:pt x="160875" y="336742"/>
                </a:lnTo>
                <a:moveTo>
                  <a:pt x="0" y="248992"/>
                </a:moveTo>
                <a:lnTo>
                  <a:pt x="336375" y="248992"/>
                </a:lnTo>
                <a:moveTo>
                  <a:pt x="270562" y="44242"/>
                </a:moveTo>
                <a:lnTo>
                  <a:pt x="314437" y="44242"/>
                </a:lnTo>
                <a:cubicBezTo>
                  <a:pt x="326553" y="44242"/>
                  <a:pt x="336375" y="54064"/>
                  <a:pt x="336375" y="66180"/>
                </a:cubicBezTo>
                <a:lnTo>
                  <a:pt x="336375" y="285555"/>
                </a:lnTo>
                <a:cubicBezTo>
                  <a:pt x="336375" y="297671"/>
                  <a:pt x="326553" y="307492"/>
                  <a:pt x="314437" y="307492"/>
                </a:cubicBezTo>
                <a:lnTo>
                  <a:pt x="21937" y="307492"/>
                </a:lnTo>
                <a:cubicBezTo>
                  <a:pt x="9821" y="307492"/>
                  <a:pt x="0" y="297671"/>
                  <a:pt x="0" y="285555"/>
                </a:cubicBezTo>
                <a:lnTo>
                  <a:pt x="0" y="66180"/>
                </a:lnTo>
                <a:cubicBezTo>
                  <a:pt x="0" y="54064"/>
                  <a:pt x="9821" y="44242"/>
                  <a:pt x="21937" y="44242"/>
                </a:cubicBezTo>
                <a:lnTo>
                  <a:pt x="65812" y="44242"/>
                </a:lnTo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5715" y="39964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6396" y="1916775"/>
            <a:ext cx="952087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Ensure all devices are
updated before the June
2026 deadline.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6070" y="4268475"/>
            <a:ext cx="882437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Test certificate
deployment on a small
group of devices.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5715" y="16447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56552" y="1651945"/>
            <a:ext cx="329062" cy="301523"/>
          </a:xfrm>
          <a:custGeom>
            <a:avLst/>
            <a:gdLst/>
            <a:ahLst/>
            <a:cxnLst/>
            <a:rect l="0" t="0" r="0" b="0"/>
            <a:pathLst>
              <a:path w="329062" h="301523">
                <a:moveTo>
                  <a:pt x="128407" y="87194"/>
                </a:moveTo>
                <a:cubicBezTo>
                  <a:pt x="123263" y="98862"/>
                  <a:pt x="114688" y="108687"/>
                  <a:pt x="103822" y="115361"/>
                </a:cubicBezTo>
                <a:lnTo>
                  <a:pt x="118301" y="190826"/>
                </a:lnTo>
                <a:lnTo>
                  <a:pt x="73051" y="190826"/>
                </a:lnTo>
                <a:lnTo>
                  <a:pt x="60211" y="123712"/>
                </a:lnTo>
                <a:cubicBezTo>
                  <a:pt x="34485" y="119240"/>
                  <a:pt x="14212" y="99312"/>
                  <a:pt x="9300" y="73667"/>
                </a:cubicBezTo>
                <a:cubicBezTo>
                  <a:pt x="4387" y="48022"/>
                  <a:pt x="15860" y="22013"/>
                  <a:pt x="38112" y="8350"/>
                </a:cubicBezTo>
                <a:lnTo>
                  <a:pt x="47077" y="55107"/>
                </a:lnTo>
                <a:lnTo>
                  <a:pt x="73051" y="72730"/>
                </a:lnTo>
                <a:lnTo>
                  <a:pt x="90675" y="46770"/>
                </a:lnTo>
                <a:lnTo>
                  <a:pt x="81709" y="0"/>
                </a:lnTo>
                <a:cubicBezTo>
                  <a:pt x="100743" y="3301"/>
                  <a:pt x="117196" y="15182"/>
                  <a:pt x="126316" y="32212"/>
                </a:cubicBezTo>
                <a:cubicBezTo>
                  <a:pt x="135436" y="49241"/>
                  <a:pt x="136208" y="69521"/>
                  <a:pt x="128407" y="87194"/>
                </a:cubicBezTo>
                <a:close/>
                <a:moveTo>
                  <a:pt x="230723" y="8833"/>
                </a:moveTo>
                <a:cubicBezTo>
                  <a:pt x="226351" y="28504"/>
                  <a:pt x="203214" y="41622"/>
                  <a:pt x="171507" y="34573"/>
                </a:cubicBezTo>
                <a:lnTo>
                  <a:pt x="165320" y="62375"/>
                </a:lnTo>
                <a:lnTo>
                  <a:pt x="313618" y="95340"/>
                </a:lnTo>
                <a:lnTo>
                  <a:pt x="328038" y="30463"/>
                </a:lnTo>
                <a:lnTo>
                  <a:pt x="230723" y="8833"/>
                </a:lnTo>
                <a:close/>
                <a:moveTo>
                  <a:pt x="201210" y="190826"/>
                </a:moveTo>
                <a:lnTo>
                  <a:pt x="226716" y="76079"/>
                </a:lnTo>
                <a:lnTo>
                  <a:pt x="268939" y="85468"/>
                </a:lnTo>
                <a:lnTo>
                  <a:pt x="244325" y="190841"/>
                </a:lnTo>
                <a:lnTo>
                  <a:pt x="201210" y="190841"/>
                </a:lnTo>
                <a:close/>
                <a:moveTo>
                  <a:pt x="329062" y="287205"/>
                </a:moveTo>
                <a:lnTo>
                  <a:pt x="329062" y="190826"/>
                </a:lnTo>
                <a:lnTo>
                  <a:pt x="0" y="190826"/>
                </a:lnTo>
                <a:lnTo>
                  <a:pt x="0" y="287205"/>
                </a:lnTo>
                <a:cubicBezTo>
                  <a:pt x="0" y="295103"/>
                  <a:pt x="6405" y="301523"/>
                  <a:pt x="14303" y="301523"/>
                </a:cubicBezTo>
                <a:lnTo>
                  <a:pt x="314759" y="301523"/>
                </a:lnTo>
                <a:cubicBezTo>
                  <a:pt x="322656" y="301523"/>
                  <a:pt x="329062" y="295103"/>
                  <a:pt x="329062" y="287205"/>
                </a:cubicBezTo>
                <a:close/>
                <a:moveTo>
                  <a:pt x="185986" y="212296"/>
                </a:moveTo>
                <a:cubicBezTo>
                  <a:pt x="185986" y="224145"/>
                  <a:pt x="176380" y="233751"/>
                  <a:pt x="164531" y="233751"/>
                </a:cubicBezTo>
                <a:cubicBezTo>
                  <a:pt x="152682" y="233751"/>
                  <a:pt x="143076" y="224145"/>
                  <a:pt x="143076" y="212296"/>
                </a:cubicBezTo>
                <a:lnTo>
                  <a:pt x="143076" y="190841"/>
                </a:lnTo>
                <a:lnTo>
                  <a:pt x="185986" y="190841"/>
                </a:lnTo>
                <a:lnTo>
                  <a:pt x="185986" y="212296"/>
                </a:lnTo>
                <a:close/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99896" y="4582854"/>
            <a:ext cx="336375" cy="336492"/>
          </a:xfrm>
          <a:custGeom>
            <a:avLst/>
            <a:gdLst/>
            <a:ahLst/>
            <a:cxnLst/>
            <a:rect l="0" t="0" r="0" b="0"/>
            <a:pathLst>
              <a:path w="336375" h="336492">
                <a:moveTo>
                  <a:pt x="162527" y="78667"/>
                </a:moveTo>
                <a:cubicBezTo>
                  <a:pt x="162527" y="122114"/>
                  <a:pt x="197748" y="157335"/>
                  <a:pt x="241195" y="157335"/>
                </a:cubicBezTo>
                <a:cubicBezTo>
                  <a:pt x="284642" y="157335"/>
                  <a:pt x="319863" y="122114"/>
                  <a:pt x="319863" y="78667"/>
                </a:cubicBezTo>
                <a:cubicBezTo>
                  <a:pt x="319863" y="35220"/>
                  <a:pt x="284642" y="0"/>
                  <a:pt x="241195" y="0"/>
                </a:cubicBezTo>
                <a:cubicBezTo>
                  <a:pt x="197748" y="0"/>
                  <a:pt x="162527" y="35220"/>
                  <a:pt x="162527" y="78667"/>
                </a:cubicBezTo>
                <a:moveTo>
                  <a:pt x="296814" y="134286"/>
                </a:moveTo>
                <a:lnTo>
                  <a:pt x="335321" y="175500"/>
                </a:lnTo>
                <a:moveTo>
                  <a:pt x="65812" y="336492"/>
                </a:moveTo>
                <a:lnTo>
                  <a:pt x="270562" y="336492"/>
                </a:lnTo>
                <a:moveTo>
                  <a:pt x="160875" y="307241"/>
                </a:moveTo>
                <a:lnTo>
                  <a:pt x="160875" y="336492"/>
                </a:lnTo>
                <a:moveTo>
                  <a:pt x="336375" y="218161"/>
                </a:moveTo>
                <a:lnTo>
                  <a:pt x="336375" y="285245"/>
                </a:lnTo>
                <a:cubicBezTo>
                  <a:pt x="336375" y="297361"/>
                  <a:pt x="326553" y="307183"/>
                  <a:pt x="314437" y="307183"/>
                </a:cubicBezTo>
                <a:lnTo>
                  <a:pt x="21937" y="307183"/>
                </a:lnTo>
                <a:cubicBezTo>
                  <a:pt x="9821" y="307183"/>
                  <a:pt x="0" y="297361"/>
                  <a:pt x="0" y="285245"/>
                </a:cubicBezTo>
                <a:lnTo>
                  <a:pt x="0" y="65870"/>
                </a:lnTo>
                <a:cubicBezTo>
                  <a:pt x="0" y="53755"/>
                  <a:pt x="9821" y="43933"/>
                  <a:pt x="21937" y="43933"/>
                </a:cubicBezTo>
                <a:lnTo>
                  <a:pt x="130571" y="43933"/>
                </a:lnTo>
                <a:moveTo>
                  <a:pt x="156677" y="191821"/>
                </a:moveTo>
                <a:lnTo>
                  <a:pt x="156677" y="169884"/>
                </a:lnTo>
                <a:cubicBezTo>
                  <a:pt x="156677" y="145616"/>
                  <a:pt x="137004" y="125943"/>
                  <a:pt x="112736" y="125943"/>
                </a:cubicBezTo>
                <a:cubicBezTo>
                  <a:pt x="88468" y="125943"/>
                  <a:pt x="68795" y="145616"/>
                  <a:pt x="68795" y="169884"/>
                </a:cubicBezTo>
                <a:lnTo>
                  <a:pt x="68795" y="191821"/>
                </a:lnTo>
                <a:cubicBezTo>
                  <a:pt x="68795" y="216089"/>
                  <a:pt x="88468" y="235762"/>
                  <a:pt x="112736" y="235762"/>
                </a:cubicBezTo>
                <a:cubicBezTo>
                  <a:pt x="137004" y="235762"/>
                  <a:pt x="156677" y="216089"/>
                  <a:pt x="156677" y="191821"/>
                </a:cubicBezTo>
                <a:close/>
                <a:moveTo>
                  <a:pt x="68795" y="169854"/>
                </a:moveTo>
                <a:lnTo>
                  <a:pt x="156677" y="169854"/>
                </a:lnTo>
                <a:moveTo>
                  <a:pt x="35860" y="191821"/>
                </a:moveTo>
                <a:lnTo>
                  <a:pt x="68795" y="191821"/>
                </a:lnTo>
                <a:moveTo>
                  <a:pt x="156677" y="191821"/>
                </a:moveTo>
                <a:lnTo>
                  <a:pt x="189613" y="191821"/>
                </a:lnTo>
                <a:moveTo>
                  <a:pt x="54156" y="250409"/>
                </a:moveTo>
                <a:lnTo>
                  <a:pt x="81666" y="222899"/>
                </a:lnTo>
                <a:moveTo>
                  <a:pt x="46829" y="114923"/>
                </a:moveTo>
                <a:lnTo>
                  <a:pt x="76664" y="144758"/>
                </a:lnTo>
                <a:moveTo>
                  <a:pt x="143807" y="222899"/>
                </a:moveTo>
                <a:lnTo>
                  <a:pt x="171317" y="250409"/>
                </a:lnTo>
              </a:path>
            </a:pathLst>
          </a:custGeom>
          <a:noFill/>
          <a:ln w="8775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42915" y="45580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20884" y="4482000"/>
            <a:ext cx="948524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ABDA"/>
                </a:solidFill>
                <a:latin typeface="Roboto"/>
              </a:rPr>
              <a:t>Apply OEM
Firmware Updates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20884" y="4830075"/>
            <a:ext cx="1044406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Install necessary firmware
updates from the OEM.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20884" y="5847975"/>
            <a:ext cx="861137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484848"/>
                </a:solidFill>
                <a:latin typeface="Roboto"/>
              </a:rPr>
              <a:t>Identify all devices
requiring Secure Boot
updates.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54748" y="5078700"/>
            <a:ext cx="983712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E88E7"/>
                </a:solidFill>
                <a:latin typeface="Roboto"/>
              </a:rPr>
              <a:t>Check Secure Boot
Status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52896" y="5144527"/>
            <a:ext cx="336375" cy="336375"/>
          </a:xfrm>
          <a:custGeom>
            <a:avLst/>
            <a:gdLst/>
            <a:ahLst/>
            <a:cxnLst/>
            <a:rect l="0" t="0" r="0" b="0"/>
            <a:pathLst>
              <a:path w="336375" h="336375">
                <a:moveTo>
                  <a:pt x="65812" y="138937"/>
                </a:moveTo>
                <a:cubicBezTo>
                  <a:pt x="65812" y="151053"/>
                  <a:pt x="75634" y="160875"/>
                  <a:pt x="87750" y="160875"/>
                </a:cubicBezTo>
                <a:cubicBezTo>
                  <a:pt x="99865" y="160875"/>
                  <a:pt x="109687" y="151053"/>
                  <a:pt x="109687" y="138937"/>
                </a:cubicBezTo>
                <a:cubicBezTo>
                  <a:pt x="109687" y="126821"/>
                  <a:pt x="99865" y="117000"/>
                  <a:pt x="87750" y="117000"/>
                </a:cubicBezTo>
                <a:cubicBezTo>
                  <a:pt x="75634" y="117000"/>
                  <a:pt x="65812" y="126821"/>
                  <a:pt x="65812" y="138937"/>
                </a:cubicBezTo>
                <a:moveTo>
                  <a:pt x="146250" y="95062"/>
                </a:moveTo>
                <a:cubicBezTo>
                  <a:pt x="146250" y="107178"/>
                  <a:pt x="156071" y="117000"/>
                  <a:pt x="168187" y="117000"/>
                </a:cubicBezTo>
                <a:cubicBezTo>
                  <a:pt x="180303" y="117000"/>
                  <a:pt x="190125" y="107178"/>
                  <a:pt x="190125" y="95062"/>
                </a:cubicBezTo>
                <a:cubicBezTo>
                  <a:pt x="190125" y="82946"/>
                  <a:pt x="180303" y="73125"/>
                  <a:pt x="168187" y="73125"/>
                </a:cubicBezTo>
                <a:cubicBezTo>
                  <a:pt x="156071" y="73125"/>
                  <a:pt x="146250" y="82946"/>
                  <a:pt x="146250" y="95062"/>
                </a:cubicBezTo>
                <a:moveTo>
                  <a:pt x="87750" y="160875"/>
                </a:moveTo>
                <a:lnTo>
                  <a:pt x="87750" y="190125"/>
                </a:lnTo>
                <a:moveTo>
                  <a:pt x="168187" y="43875"/>
                </a:moveTo>
                <a:lnTo>
                  <a:pt x="168187" y="73125"/>
                </a:lnTo>
                <a:moveTo>
                  <a:pt x="87750" y="117000"/>
                </a:moveTo>
                <a:lnTo>
                  <a:pt x="87750" y="43875"/>
                </a:lnTo>
                <a:moveTo>
                  <a:pt x="226687" y="138937"/>
                </a:moveTo>
                <a:cubicBezTo>
                  <a:pt x="226687" y="151053"/>
                  <a:pt x="236509" y="160875"/>
                  <a:pt x="248625" y="160875"/>
                </a:cubicBezTo>
                <a:cubicBezTo>
                  <a:pt x="260740" y="160875"/>
                  <a:pt x="270562" y="151053"/>
                  <a:pt x="270562" y="138937"/>
                </a:cubicBezTo>
                <a:cubicBezTo>
                  <a:pt x="270562" y="126821"/>
                  <a:pt x="260740" y="117000"/>
                  <a:pt x="248625" y="117000"/>
                </a:cubicBezTo>
                <a:cubicBezTo>
                  <a:pt x="236509" y="117000"/>
                  <a:pt x="226687" y="126821"/>
                  <a:pt x="226687" y="138937"/>
                </a:cubicBezTo>
                <a:moveTo>
                  <a:pt x="248625" y="160875"/>
                </a:moveTo>
                <a:lnTo>
                  <a:pt x="248625" y="190125"/>
                </a:lnTo>
                <a:moveTo>
                  <a:pt x="248625" y="117000"/>
                </a:moveTo>
                <a:lnTo>
                  <a:pt x="248625" y="43875"/>
                </a:lnTo>
                <a:moveTo>
                  <a:pt x="168187" y="190125"/>
                </a:moveTo>
                <a:lnTo>
                  <a:pt x="168187" y="117000"/>
                </a:lnTo>
                <a:moveTo>
                  <a:pt x="126330" y="336360"/>
                </a:moveTo>
                <a:cubicBezTo>
                  <a:pt x="138450" y="319177"/>
                  <a:pt x="145365" y="298868"/>
                  <a:pt x="146250" y="277860"/>
                </a:cubicBezTo>
                <a:moveTo>
                  <a:pt x="210044" y="336360"/>
                </a:moveTo>
                <a:cubicBezTo>
                  <a:pt x="197924" y="319177"/>
                  <a:pt x="191009" y="298868"/>
                  <a:pt x="190124" y="277860"/>
                </a:cubicBezTo>
                <a:moveTo>
                  <a:pt x="102375" y="336375"/>
                </a:moveTo>
                <a:lnTo>
                  <a:pt x="234000" y="336375"/>
                </a:lnTo>
                <a:moveTo>
                  <a:pt x="0" y="233999"/>
                </a:moveTo>
                <a:lnTo>
                  <a:pt x="336375" y="233999"/>
                </a:lnTo>
                <a:moveTo>
                  <a:pt x="14625" y="0"/>
                </a:moveTo>
                <a:lnTo>
                  <a:pt x="321750" y="0"/>
                </a:lnTo>
                <a:cubicBezTo>
                  <a:pt x="321750" y="0"/>
                  <a:pt x="336375" y="0"/>
                  <a:pt x="336375" y="14625"/>
                </a:cubicBezTo>
                <a:lnTo>
                  <a:pt x="336375" y="263249"/>
                </a:lnTo>
                <a:cubicBezTo>
                  <a:pt x="336375" y="263249"/>
                  <a:pt x="336375" y="277874"/>
                  <a:pt x="321750" y="277874"/>
                </a:cubicBezTo>
                <a:lnTo>
                  <a:pt x="14625" y="277874"/>
                </a:lnTo>
                <a:cubicBezTo>
                  <a:pt x="14625" y="277874"/>
                  <a:pt x="0" y="277874"/>
                  <a:pt x="0" y="263249"/>
                </a:cubicBezTo>
                <a:lnTo>
                  <a:pt x="0" y="14625"/>
                </a:lnTo>
                <a:cubicBezTo>
                  <a:pt x="0" y="14625"/>
                  <a:pt x="0" y="0"/>
                  <a:pt x="14625" y="0"/>
                </a:cubicBezTo>
              </a:path>
            </a:pathLst>
          </a:custGeom>
          <a:noFill/>
          <a:ln w="8775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5715" y="51547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99896" y="1072912"/>
            <a:ext cx="336375" cy="336375"/>
          </a:xfrm>
          <a:custGeom>
            <a:avLst/>
            <a:gdLst/>
            <a:ahLst/>
            <a:cxnLst/>
            <a:rect l="0" t="0" r="0" b="0"/>
            <a:pathLst>
              <a:path w="336375" h="336375">
                <a:moveTo>
                  <a:pt x="160875" y="87750"/>
                </a:moveTo>
                <a:cubicBezTo>
                  <a:pt x="160875" y="136212"/>
                  <a:pt x="200162" y="175500"/>
                  <a:pt x="248625" y="175500"/>
                </a:cubicBezTo>
                <a:cubicBezTo>
                  <a:pt x="297087" y="175500"/>
                  <a:pt x="336375" y="136212"/>
                  <a:pt x="336375" y="87750"/>
                </a:cubicBezTo>
                <a:cubicBezTo>
                  <a:pt x="336375" y="39287"/>
                  <a:pt x="297087" y="0"/>
                  <a:pt x="248625" y="0"/>
                </a:cubicBezTo>
                <a:cubicBezTo>
                  <a:pt x="200162" y="0"/>
                  <a:pt x="160875" y="39287"/>
                  <a:pt x="160875" y="87750"/>
                </a:cubicBezTo>
                <a:close/>
                <a:moveTo>
                  <a:pt x="287732" y="62229"/>
                </a:moveTo>
                <a:lnTo>
                  <a:pt x="245246" y="118886"/>
                </a:lnTo>
                <a:cubicBezTo>
                  <a:pt x="243335" y="121428"/>
                  <a:pt x="240415" y="123017"/>
                  <a:pt x="237242" y="123241"/>
                </a:cubicBezTo>
                <a:cubicBezTo>
                  <a:pt x="234070" y="123466"/>
                  <a:pt x="230955" y="122304"/>
                  <a:pt x="228705" y="120056"/>
                </a:cubicBezTo>
                <a:lnTo>
                  <a:pt x="206768" y="98119"/>
                </a:lnTo>
                <a:moveTo>
                  <a:pt x="0" y="234000"/>
                </a:moveTo>
                <a:lnTo>
                  <a:pt x="307125" y="234000"/>
                </a:lnTo>
                <a:moveTo>
                  <a:pt x="307125" y="190125"/>
                </a:moveTo>
                <a:lnTo>
                  <a:pt x="307125" y="263250"/>
                </a:lnTo>
                <a:cubicBezTo>
                  <a:pt x="307125" y="271327"/>
                  <a:pt x="300577" y="277875"/>
                  <a:pt x="292500" y="277875"/>
                </a:cubicBezTo>
                <a:lnTo>
                  <a:pt x="14625" y="277875"/>
                </a:lnTo>
                <a:cubicBezTo>
                  <a:pt x="6547" y="277875"/>
                  <a:pt x="0" y="271327"/>
                  <a:pt x="0" y="263250"/>
                </a:cubicBezTo>
                <a:lnTo>
                  <a:pt x="0" y="73125"/>
                </a:lnTo>
                <a:cubicBezTo>
                  <a:pt x="0" y="65047"/>
                  <a:pt x="6547" y="58500"/>
                  <a:pt x="14625" y="58500"/>
                </a:cubicBezTo>
                <a:lnTo>
                  <a:pt x="131625" y="58500"/>
                </a:lnTo>
                <a:moveTo>
                  <a:pt x="109687" y="336375"/>
                </a:moveTo>
                <a:cubicBezTo>
                  <a:pt x="122935" y="319647"/>
                  <a:pt x="130607" y="299188"/>
                  <a:pt x="131625" y="277875"/>
                </a:cubicBezTo>
                <a:moveTo>
                  <a:pt x="197437" y="336375"/>
                </a:moveTo>
                <a:cubicBezTo>
                  <a:pt x="184189" y="319647"/>
                  <a:pt x="176517" y="299188"/>
                  <a:pt x="175500" y="277875"/>
                </a:cubicBezTo>
                <a:moveTo>
                  <a:pt x="87750" y="336375"/>
                </a:moveTo>
                <a:lnTo>
                  <a:pt x="219375" y="336375"/>
                </a:lnTo>
              </a:path>
            </a:pathLst>
          </a:custGeom>
          <a:noFill/>
          <a:ln w="8775">
            <a:solidFill>
              <a:srgbClr val="7F9A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80897" y="5426775"/>
            <a:ext cx="957574" cy="3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Verify the current Secure
Boot status of each
device.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76298" y="694124"/>
            <a:ext cx="2306731" cy="175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84848"/>
                </a:solidFill>
                <a:latin typeface="Roboto"/>
              </a:rPr>
              <a:t>Achieving Secure Boot Compliance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20884" y="5640300"/>
            <a:ext cx="914887" cy="140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CC583"/>
                </a:solidFill>
                <a:latin typeface="Roboto"/>
              </a:rPr>
              <a:t>Inventory Devices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42915" y="5716350"/>
            <a:ext cx="100731" cy="210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6976" y="1568700"/>
            <a:ext cx="631525" cy="280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E58A9"/>
                </a:solidFill>
                <a:latin typeface="Roboto"/>
              </a:rPr>
              <a:t>Secure Boot
Updated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