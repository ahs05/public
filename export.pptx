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06644" y="455762"/>
            <a:ext cx="5730712" cy="5350966"/>
          </a:xfrm>
          <a:custGeom>
            <a:avLst/>
            <a:gdLst/>
            <a:ahLst/>
            <a:cxnLst/>
            <a:rect l="0" t="0" r="0" b="0"/>
            <a:pathLst>
              <a:path w="5730712" h="5350966">
                <a:moveTo>
                  <a:pt x="0" y="0"/>
                </a:moveTo>
                <a:lnTo>
                  <a:pt x="5730712" y="0"/>
                </a:lnTo>
                <a:lnTo>
                  <a:pt x="5730712" y="5350966"/>
                </a:lnTo>
                <a:lnTo>
                  <a:pt x="0" y="5350966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8608" y="2078313"/>
            <a:ext cx="1260647" cy="906102"/>
          </a:xfrm>
          <a:custGeom>
            <a:avLst/>
            <a:gdLst/>
            <a:ahLst/>
            <a:cxnLst/>
            <a:rect l="0" t="0" r="0" b="0"/>
            <a:pathLst>
              <a:path w="1260647" h="906102">
                <a:moveTo>
                  <a:pt x="1191602" y="621402"/>
                </a:moveTo>
                <a:lnTo>
                  <a:pt x="1206683" y="553525"/>
                </a:lnTo>
                <a:lnTo>
                  <a:pt x="1260647" y="310701"/>
                </a:lnTo>
                <a:lnTo>
                  <a:pt x="1207126" y="69855"/>
                </a:lnTo>
                <a:lnTo>
                  <a:pt x="1191602" y="0"/>
                </a:lnTo>
                <a:lnTo>
                  <a:pt x="1053513" y="0"/>
                </a:lnTo>
                <a:lnTo>
                  <a:pt x="1069404" y="71530"/>
                </a:lnTo>
                <a:lnTo>
                  <a:pt x="1122557" y="310701"/>
                </a:lnTo>
                <a:lnTo>
                  <a:pt x="1068018" y="556132"/>
                </a:lnTo>
                <a:lnTo>
                  <a:pt x="1053513" y="621402"/>
                </a:lnTo>
                <a:lnTo>
                  <a:pt x="1191602" y="621402"/>
                </a:lnTo>
                <a:moveTo>
                  <a:pt x="1068018" y="556132"/>
                </a:moveTo>
                <a:lnTo>
                  <a:pt x="1122557" y="310701"/>
                </a:lnTo>
                <a:lnTo>
                  <a:pt x="1069404" y="71530"/>
                </a:lnTo>
                <a:cubicBezTo>
                  <a:pt x="641460" y="95885"/>
                  <a:pt x="260925" y="297392"/>
                  <a:pt x="0" y="603865"/>
                </a:cubicBezTo>
                <a:lnTo>
                  <a:pt x="220747" y="711736"/>
                </a:lnTo>
                <a:lnTo>
                  <a:pt x="377576" y="906102"/>
                </a:lnTo>
                <a:cubicBezTo>
                  <a:pt x="549089" y="710211"/>
                  <a:pt x="793254" y="579538"/>
                  <a:pt x="1068018" y="556132"/>
                </a:cubicBezTo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8608" y="2078313"/>
            <a:ext cx="1260646" cy="906102"/>
          </a:xfrm>
          <a:custGeom>
            <a:avLst/>
            <a:gdLst/>
            <a:ahLst/>
            <a:cxnLst/>
            <a:rect l="0" t="0" r="0" b="0"/>
            <a:pathLst>
              <a:path w="1260646" h="906102">
                <a:moveTo>
                  <a:pt x="1191601" y="621402"/>
                </a:moveTo>
                <a:lnTo>
                  <a:pt x="1206685" y="553524"/>
                </a:lnTo>
                <a:lnTo>
                  <a:pt x="1260646" y="310701"/>
                </a:lnTo>
                <a:lnTo>
                  <a:pt x="1207124" y="69853"/>
                </a:lnTo>
                <a:lnTo>
                  <a:pt x="1191601" y="0"/>
                </a:lnTo>
                <a:lnTo>
                  <a:pt x="1053512" y="0"/>
                </a:lnTo>
                <a:lnTo>
                  <a:pt x="1069407" y="71532"/>
                </a:lnTo>
                <a:lnTo>
                  <a:pt x="1122556" y="310701"/>
                </a:lnTo>
                <a:lnTo>
                  <a:pt x="1068016" y="556133"/>
                </a:lnTo>
                <a:lnTo>
                  <a:pt x="1053512" y="621402"/>
                </a:lnTo>
                <a:lnTo>
                  <a:pt x="1191601" y="621402"/>
                </a:lnTo>
                <a:close/>
                <a:moveTo>
                  <a:pt x="1068016" y="556133"/>
                </a:moveTo>
                <a:lnTo>
                  <a:pt x="1122556" y="310701"/>
                </a:lnTo>
                <a:lnTo>
                  <a:pt x="1069407" y="71532"/>
                </a:lnTo>
                <a:cubicBezTo>
                  <a:pt x="641460" y="95885"/>
                  <a:pt x="260926" y="297394"/>
                  <a:pt x="0" y="603868"/>
                </a:cubicBezTo>
                <a:lnTo>
                  <a:pt x="220748" y="711737"/>
                </a:lnTo>
                <a:lnTo>
                  <a:pt x="377579" y="906102"/>
                </a:lnTo>
                <a:cubicBezTo>
                  <a:pt x="549089" y="710210"/>
                  <a:pt x="793254" y="579536"/>
                  <a:pt x="1068016" y="556133"/>
                </a:cubicBezTo>
                <a:close/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6704" y="2650314"/>
            <a:ext cx="782518" cy="1307183"/>
          </a:xfrm>
          <a:custGeom>
            <a:avLst/>
            <a:gdLst/>
            <a:ahLst/>
            <a:cxnLst/>
            <a:rect l="0" t="0" r="0" b="0"/>
            <a:pathLst>
              <a:path w="782518" h="1307183">
                <a:moveTo>
                  <a:pt x="782518" y="387438"/>
                </a:moveTo>
                <a:lnTo>
                  <a:pt x="739486" y="334101"/>
                </a:lnTo>
                <a:lnTo>
                  <a:pt x="582651" y="139735"/>
                </a:lnTo>
                <a:lnTo>
                  <a:pt x="361903" y="31869"/>
                </a:lnTo>
                <a:lnTo>
                  <a:pt x="296690" y="0"/>
                </a:lnTo>
                <a:lnTo>
                  <a:pt x="210592" y="107962"/>
                </a:lnTo>
                <a:lnTo>
                  <a:pt x="277456" y="140638"/>
                </a:lnTo>
                <a:lnTo>
                  <a:pt x="496558" y="247697"/>
                </a:lnTo>
                <a:lnTo>
                  <a:pt x="655245" y="444366"/>
                </a:lnTo>
                <a:lnTo>
                  <a:pt x="696425" y="495401"/>
                </a:lnTo>
                <a:lnTo>
                  <a:pt x="782518" y="387438"/>
                </a:lnTo>
                <a:moveTo>
                  <a:pt x="499849" y="1201360"/>
                </a:moveTo>
                <a:cubicBezTo>
                  <a:pt x="488986" y="1141228"/>
                  <a:pt x="483313" y="1079289"/>
                  <a:pt x="483313" y="1016027"/>
                </a:cubicBezTo>
                <a:cubicBezTo>
                  <a:pt x="483313" y="804722"/>
                  <a:pt x="546592" y="608191"/>
                  <a:pt x="655245" y="444366"/>
                </a:cubicBezTo>
                <a:lnTo>
                  <a:pt x="496558" y="247697"/>
                </a:lnTo>
                <a:lnTo>
                  <a:pt x="277456" y="140638"/>
                </a:lnTo>
                <a:cubicBezTo>
                  <a:pt x="102681" y="388065"/>
                  <a:pt x="0" y="690055"/>
                  <a:pt x="0" y="1016027"/>
                </a:cubicBezTo>
                <a:cubicBezTo>
                  <a:pt x="0" y="1115607"/>
                  <a:pt x="9579" y="1212948"/>
                  <a:pt x="27876" y="1307183"/>
                </a:cubicBezTo>
                <a:lnTo>
                  <a:pt x="247830" y="1202805"/>
                </a:lnTo>
                <a:lnTo>
                  <a:pt x="499849" y="1201360"/>
                </a:ln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46704" y="2650314"/>
            <a:ext cx="782520" cy="1307181"/>
          </a:xfrm>
          <a:custGeom>
            <a:avLst/>
            <a:gdLst/>
            <a:ahLst/>
            <a:cxnLst/>
            <a:rect l="0" t="0" r="0" b="0"/>
            <a:pathLst>
              <a:path w="782520" h="1307181">
                <a:moveTo>
                  <a:pt x="782520" y="387438"/>
                </a:moveTo>
                <a:lnTo>
                  <a:pt x="739484" y="334102"/>
                </a:lnTo>
                <a:lnTo>
                  <a:pt x="582653" y="139737"/>
                </a:lnTo>
                <a:lnTo>
                  <a:pt x="361905" y="31868"/>
                </a:lnTo>
                <a:lnTo>
                  <a:pt x="296688" y="0"/>
                </a:lnTo>
                <a:lnTo>
                  <a:pt x="210591" y="107962"/>
                </a:lnTo>
                <a:lnTo>
                  <a:pt x="277459" y="140637"/>
                </a:lnTo>
                <a:lnTo>
                  <a:pt x="496555" y="247700"/>
                </a:lnTo>
                <a:lnTo>
                  <a:pt x="655243" y="444364"/>
                </a:lnTo>
                <a:lnTo>
                  <a:pt x="696423" y="495401"/>
                </a:lnTo>
                <a:lnTo>
                  <a:pt x="782520" y="387438"/>
                </a:lnTo>
                <a:close/>
                <a:moveTo>
                  <a:pt x="499848" y="1201360"/>
                </a:moveTo>
                <a:cubicBezTo>
                  <a:pt x="488985" y="1141228"/>
                  <a:pt x="483313" y="1079291"/>
                  <a:pt x="483313" y="1016028"/>
                </a:cubicBezTo>
                <a:cubicBezTo>
                  <a:pt x="483313" y="804720"/>
                  <a:pt x="546595" y="608193"/>
                  <a:pt x="655243" y="444364"/>
                </a:cubicBezTo>
                <a:lnTo>
                  <a:pt x="496555" y="247700"/>
                </a:lnTo>
                <a:lnTo>
                  <a:pt x="277459" y="140637"/>
                </a:lnTo>
                <a:cubicBezTo>
                  <a:pt x="102679" y="388067"/>
                  <a:pt x="0" y="690056"/>
                  <a:pt x="0" y="1016028"/>
                </a:cubicBezTo>
                <a:cubicBezTo>
                  <a:pt x="0" y="1115608"/>
                  <a:pt x="9582" y="1212949"/>
                  <a:pt x="27874" y="1307181"/>
                </a:cubicBezTo>
                <a:lnTo>
                  <a:pt x="247830" y="1202804"/>
                </a:lnTo>
                <a:lnTo>
                  <a:pt x="499848" y="1201360"/>
                </a:lnTo>
                <a:close/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06986" y="3851295"/>
            <a:ext cx="1067184" cy="1161470"/>
          </a:xfrm>
          <a:custGeom>
            <a:avLst/>
            <a:gdLst/>
            <a:ahLst/>
            <a:cxnLst/>
            <a:rect l="0" t="0" r="0" b="0"/>
            <a:pathLst>
              <a:path w="1067184" h="1161470">
                <a:moveTo>
                  <a:pt x="605821" y="0"/>
                </a:moveTo>
                <a:lnTo>
                  <a:pt x="539567" y="379"/>
                </a:lnTo>
                <a:lnTo>
                  <a:pt x="287548" y="1823"/>
                </a:lnTo>
                <a:lnTo>
                  <a:pt x="67589" y="106202"/>
                </a:lnTo>
                <a:lnTo>
                  <a:pt x="0" y="138273"/>
                </a:lnTo>
                <a:lnTo>
                  <a:pt x="30724" y="272905"/>
                </a:lnTo>
                <a:lnTo>
                  <a:pt x="99971" y="240045"/>
                </a:lnTo>
                <a:lnTo>
                  <a:pt x="318273" y="136449"/>
                </a:lnTo>
                <a:lnTo>
                  <a:pt x="573393" y="134988"/>
                </a:lnTo>
                <a:lnTo>
                  <a:pt x="636552" y="134625"/>
                </a:lnTo>
                <a:lnTo>
                  <a:pt x="605821" y="0"/>
                </a:lnTo>
                <a:moveTo>
                  <a:pt x="909928" y="926407"/>
                </a:moveTo>
                <a:lnTo>
                  <a:pt x="1067184" y="726879"/>
                </a:lnTo>
                <a:cubicBezTo>
                  <a:pt x="834963" y="601442"/>
                  <a:pt x="656103" y="389878"/>
                  <a:pt x="573393" y="134988"/>
                </a:cubicBezTo>
                <a:lnTo>
                  <a:pt x="318273" y="136449"/>
                </a:lnTo>
                <a:lnTo>
                  <a:pt x="99971" y="240045"/>
                </a:lnTo>
                <a:cubicBezTo>
                  <a:pt x="216271" y="639906"/>
                  <a:pt x="492524" y="971672"/>
                  <a:pt x="854854" y="1161470"/>
                </a:cubicBezTo>
                <a:lnTo>
                  <a:pt x="909928" y="926407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06986" y="3851295"/>
            <a:ext cx="1067182" cy="1161472"/>
          </a:xfrm>
          <a:custGeom>
            <a:avLst/>
            <a:gdLst/>
            <a:ahLst/>
            <a:cxnLst/>
            <a:rect l="0" t="0" r="0" b="0"/>
            <a:pathLst>
              <a:path w="1067182" h="1161472">
                <a:moveTo>
                  <a:pt x="605822" y="0"/>
                </a:moveTo>
                <a:lnTo>
                  <a:pt x="539564" y="379"/>
                </a:lnTo>
                <a:lnTo>
                  <a:pt x="287547" y="1823"/>
                </a:lnTo>
                <a:lnTo>
                  <a:pt x="67591" y="106201"/>
                </a:lnTo>
                <a:lnTo>
                  <a:pt x="0" y="138275"/>
                </a:lnTo>
                <a:lnTo>
                  <a:pt x="30727" y="272902"/>
                </a:lnTo>
                <a:lnTo>
                  <a:pt x="99971" y="240043"/>
                </a:lnTo>
                <a:lnTo>
                  <a:pt x="318275" y="136451"/>
                </a:lnTo>
                <a:lnTo>
                  <a:pt x="573392" y="134989"/>
                </a:lnTo>
                <a:lnTo>
                  <a:pt x="636550" y="134627"/>
                </a:lnTo>
                <a:lnTo>
                  <a:pt x="605822" y="0"/>
                </a:lnTo>
                <a:close/>
                <a:moveTo>
                  <a:pt x="909928" y="926407"/>
                </a:moveTo>
                <a:lnTo>
                  <a:pt x="1067182" y="726880"/>
                </a:lnTo>
                <a:cubicBezTo>
                  <a:pt x="834961" y="601439"/>
                  <a:pt x="656100" y="389877"/>
                  <a:pt x="573392" y="134989"/>
                </a:cubicBezTo>
                <a:lnTo>
                  <a:pt x="318275" y="136451"/>
                </a:lnTo>
                <a:lnTo>
                  <a:pt x="99971" y="240043"/>
                </a:lnTo>
                <a:cubicBezTo>
                  <a:pt x="216271" y="639906"/>
                  <a:pt x="492525" y="971674"/>
                  <a:pt x="854857" y="1161472"/>
                </a:cubicBezTo>
                <a:lnTo>
                  <a:pt x="909928" y="926407"/>
                </a:lnTo>
                <a:close/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4314" y="4527726"/>
            <a:ext cx="1332954" cy="657599"/>
          </a:xfrm>
          <a:custGeom>
            <a:avLst/>
            <a:gdLst/>
            <a:ahLst/>
            <a:cxnLst/>
            <a:rect l="0" t="0" r="0" b="0"/>
            <a:pathLst>
              <a:path w="1332954" h="657599">
                <a:moveTo>
                  <a:pt x="269613" y="0"/>
                </a:moveTo>
                <a:lnTo>
                  <a:pt x="229855" y="50448"/>
                </a:lnTo>
                <a:lnTo>
                  <a:pt x="72600" y="249976"/>
                </a:lnTo>
                <a:lnTo>
                  <a:pt x="17531" y="485039"/>
                </a:lnTo>
                <a:lnTo>
                  <a:pt x="0" y="559866"/>
                </a:lnTo>
                <a:lnTo>
                  <a:pt x="124412" y="619779"/>
                </a:lnTo>
                <a:lnTo>
                  <a:pt x="142324" y="543330"/>
                </a:lnTo>
                <a:lnTo>
                  <a:pt x="197013" y="309889"/>
                </a:lnTo>
                <a:lnTo>
                  <a:pt x="356103" y="108037"/>
                </a:lnTo>
                <a:lnTo>
                  <a:pt x="394032" y="59913"/>
                </a:lnTo>
                <a:lnTo>
                  <a:pt x="269613" y="0"/>
                </a:lnTo>
                <a:moveTo>
                  <a:pt x="721373" y="657599"/>
                </a:moveTo>
                <a:cubicBezTo>
                  <a:pt x="938950" y="657599"/>
                  <a:pt x="1145837" y="611857"/>
                  <a:pt x="1332954" y="529457"/>
                </a:cubicBezTo>
                <a:lnTo>
                  <a:pt x="1183518" y="339849"/>
                </a:lnTo>
                <a:lnTo>
                  <a:pt x="1125555" y="92450"/>
                </a:lnTo>
                <a:cubicBezTo>
                  <a:pt x="1001367" y="145143"/>
                  <a:pt x="864773" y="174286"/>
                  <a:pt x="721373" y="174286"/>
                </a:cubicBezTo>
                <a:cubicBezTo>
                  <a:pt x="592800" y="174286"/>
                  <a:pt x="469699" y="150856"/>
                  <a:pt x="356103" y="108037"/>
                </a:cubicBezTo>
                <a:lnTo>
                  <a:pt x="197013" y="309889"/>
                </a:lnTo>
                <a:lnTo>
                  <a:pt x="142324" y="543330"/>
                </a:lnTo>
                <a:cubicBezTo>
                  <a:pt x="320776" y="616972"/>
                  <a:pt x="516333" y="657599"/>
                  <a:pt x="721373" y="657599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4314" y="4527726"/>
            <a:ext cx="1332953" cy="657599"/>
          </a:xfrm>
          <a:custGeom>
            <a:avLst/>
            <a:gdLst/>
            <a:ahLst/>
            <a:cxnLst/>
            <a:rect l="0" t="0" r="0" b="0"/>
            <a:pathLst>
              <a:path w="1332953" h="657599">
                <a:moveTo>
                  <a:pt x="269616" y="0"/>
                </a:moveTo>
                <a:lnTo>
                  <a:pt x="229855" y="50448"/>
                </a:lnTo>
                <a:lnTo>
                  <a:pt x="72601" y="249974"/>
                </a:lnTo>
                <a:lnTo>
                  <a:pt x="17529" y="485039"/>
                </a:lnTo>
                <a:lnTo>
                  <a:pt x="0" y="559864"/>
                </a:lnTo>
                <a:lnTo>
                  <a:pt x="124413" y="619778"/>
                </a:lnTo>
                <a:lnTo>
                  <a:pt x="142324" y="543331"/>
                </a:lnTo>
                <a:lnTo>
                  <a:pt x="197015" y="309889"/>
                </a:lnTo>
                <a:lnTo>
                  <a:pt x="356105" y="108035"/>
                </a:lnTo>
                <a:lnTo>
                  <a:pt x="394030" y="59914"/>
                </a:lnTo>
                <a:lnTo>
                  <a:pt x="269616" y="0"/>
                </a:lnTo>
                <a:close/>
                <a:moveTo>
                  <a:pt x="721373" y="657599"/>
                </a:moveTo>
                <a:cubicBezTo>
                  <a:pt x="938948" y="657599"/>
                  <a:pt x="1145839" y="611854"/>
                  <a:pt x="1332953" y="529457"/>
                </a:cubicBezTo>
                <a:lnTo>
                  <a:pt x="1183516" y="339850"/>
                </a:lnTo>
                <a:lnTo>
                  <a:pt x="1125556" y="92452"/>
                </a:lnTo>
                <a:cubicBezTo>
                  <a:pt x="1001368" y="145141"/>
                  <a:pt x="864774" y="174286"/>
                  <a:pt x="721373" y="174286"/>
                </a:cubicBezTo>
                <a:cubicBezTo>
                  <a:pt x="592799" y="174286"/>
                  <a:pt x="469698" y="150856"/>
                  <a:pt x="356105" y="108035"/>
                </a:cubicBezTo>
                <a:lnTo>
                  <a:pt x="197015" y="309889"/>
                </a:lnTo>
                <a:lnTo>
                  <a:pt x="142324" y="543331"/>
                </a:lnTo>
                <a:cubicBezTo>
                  <a:pt x="320778" y="616973"/>
                  <a:pt x="516331" y="657599"/>
                  <a:pt x="721373" y="657599"/>
                </a:cubicBezTo>
                <a:close/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5226" y="3946945"/>
            <a:ext cx="1078881" cy="1170613"/>
          </a:xfrm>
          <a:custGeom>
            <a:avLst/>
            <a:gdLst/>
            <a:ahLst/>
            <a:cxnLst/>
            <a:rect l="0" t="0" r="0" b="0"/>
            <a:pathLst>
              <a:path w="1078881" h="1170613">
                <a:moveTo>
                  <a:pt x="0" y="610746"/>
                </a:moveTo>
                <a:lnTo>
                  <a:pt x="14643" y="673237"/>
                </a:lnTo>
                <a:lnTo>
                  <a:pt x="72600" y="920636"/>
                </a:lnTo>
                <a:lnTo>
                  <a:pt x="222036" y="1110244"/>
                </a:lnTo>
                <a:lnTo>
                  <a:pt x="269619" y="1170613"/>
                </a:lnTo>
                <a:lnTo>
                  <a:pt x="394032" y="1110693"/>
                </a:lnTo>
                <a:lnTo>
                  <a:pt x="345442" y="1049048"/>
                </a:lnTo>
                <a:lnTo>
                  <a:pt x="197013" y="860723"/>
                </a:lnTo>
                <a:lnTo>
                  <a:pt x="138411" y="610585"/>
                </a:lnTo>
                <a:lnTo>
                  <a:pt x="124412" y="550833"/>
                </a:lnTo>
                <a:lnTo>
                  <a:pt x="0" y="610746"/>
                </a:lnTo>
                <a:moveTo>
                  <a:pt x="835515" y="108124"/>
                </a:moveTo>
                <a:lnTo>
                  <a:pt x="607668" y="0"/>
                </a:lnTo>
                <a:cubicBezTo>
                  <a:pt x="535021" y="258693"/>
                  <a:pt x="364423" y="476402"/>
                  <a:pt x="138411" y="610585"/>
                </a:cubicBezTo>
                <a:lnTo>
                  <a:pt x="197013" y="860723"/>
                </a:lnTo>
                <a:lnTo>
                  <a:pt x="345442" y="1049048"/>
                </a:lnTo>
                <a:cubicBezTo>
                  <a:pt x="702777" y="851102"/>
                  <a:pt x="971890" y="513295"/>
                  <a:pt x="1078881" y="109516"/>
                </a:cubicBezTo>
                <a:lnTo>
                  <a:pt x="835515" y="108124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55226" y="3946945"/>
            <a:ext cx="1078879" cy="1170610"/>
          </a:xfrm>
          <a:custGeom>
            <a:avLst/>
            <a:gdLst/>
            <a:ahLst/>
            <a:cxnLst/>
            <a:rect l="0" t="0" r="0" b="0"/>
            <a:pathLst>
              <a:path w="1078879" h="1170610">
                <a:moveTo>
                  <a:pt x="0" y="610746"/>
                </a:moveTo>
                <a:lnTo>
                  <a:pt x="14640" y="673237"/>
                </a:lnTo>
                <a:lnTo>
                  <a:pt x="72601" y="920636"/>
                </a:lnTo>
                <a:lnTo>
                  <a:pt x="222038" y="1110243"/>
                </a:lnTo>
                <a:lnTo>
                  <a:pt x="269616" y="1170610"/>
                </a:lnTo>
                <a:lnTo>
                  <a:pt x="394030" y="1110696"/>
                </a:lnTo>
                <a:lnTo>
                  <a:pt x="345442" y="1049046"/>
                </a:lnTo>
                <a:lnTo>
                  <a:pt x="197015" y="860721"/>
                </a:lnTo>
                <a:lnTo>
                  <a:pt x="138413" y="610586"/>
                </a:lnTo>
                <a:lnTo>
                  <a:pt x="124414" y="550831"/>
                </a:lnTo>
                <a:lnTo>
                  <a:pt x="0" y="610746"/>
                </a:lnTo>
                <a:close/>
                <a:moveTo>
                  <a:pt x="835514" y="108121"/>
                </a:moveTo>
                <a:lnTo>
                  <a:pt x="607667" y="0"/>
                </a:lnTo>
                <a:cubicBezTo>
                  <a:pt x="535022" y="258693"/>
                  <a:pt x="364423" y="476405"/>
                  <a:pt x="138413" y="610586"/>
                </a:cubicBezTo>
                <a:lnTo>
                  <a:pt x="197015" y="860721"/>
                </a:lnTo>
                <a:lnTo>
                  <a:pt x="345442" y="1049046"/>
                </a:lnTo>
                <a:cubicBezTo>
                  <a:pt x="702777" y="851101"/>
                  <a:pt x="971887" y="513292"/>
                  <a:pt x="1078879" y="109515"/>
                </a:cubicBezTo>
                <a:lnTo>
                  <a:pt x="835514" y="108121"/>
                </a:lnTo>
                <a:close/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06636" y="2760855"/>
            <a:ext cx="733111" cy="1296032"/>
          </a:xfrm>
          <a:custGeom>
            <a:avLst/>
            <a:gdLst/>
            <a:ahLst/>
            <a:cxnLst/>
            <a:rect l="0" t="0" r="0" b="0"/>
            <a:pathLst>
              <a:path w="733111" h="1296032">
                <a:moveTo>
                  <a:pt x="96559" y="1157759"/>
                </a:moveTo>
                <a:lnTo>
                  <a:pt x="156259" y="1186090"/>
                </a:lnTo>
                <a:lnTo>
                  <a:pt x="384107" y="1294208"/>
                </a:lnTo>
                <a:lnTo>
                  <a:pt x="627472" y="1295606"/>
                </a:lnTo>
                <a:lnTo>
                  <a:pt x="702380" y="1296032"/>
                </a:lnTo>
                <a:lnTo>
                  <a:pt x="733111" y="1161407"/>
                </a:lnTo>
                <a:lnTo>
                  <a:pt x="656638" y="1160969"/>
                </a:lnTo>
                <a:lnTo>
                  <a:pt x="414832" y="1159583"/>
                </a:lnTo>
                <a:lnTo>
                  <a:pt x="184665" y="1050360"/>
                </a:lnTo>
                <a:lnTo>
                  <a:pt x="127283" y="1023133"/>
                </a:lnTo>
                <a:lnTo>
                  <a:pt x="96559" y="1157759"/>
                </a:lnTo>
                <a:moveTo>
                  <a:pt x="0" y="300862"/>
                </a:moveTo>
                <a:cubicBezTo>
                  <a:pt x="122537" y="470988"/>
                  <a:pt x="194717" y="679808"/>
                  <a:pt x="194717" y="905487"/>
                </a:cubicBezTo>
                <a:cubicBezTo>
                  <a:pt x="194717" y="954652"/>
                  <a:pt x="191294" y="1003024"/>
                  <a:pt x="184665" y="1050360"/>
                </a:cubicBezTo>
                <a:lnTo>
                  <a:pt x="414832" y="1159583"/>
                </a:lnTo>
                <a:lnTo>
                  <a:pt x="656638" y="1160969"/>
                </a:lnTo>
                <a:cubicBezTo>
                  <a:pt x="670706" y="1077908"/>
                  <a:pt x="678030" y="992552"/>
                  <a:pt x="678030" y="905487"/>
                </a:cubicBezTo>
                <a:cubicBezTo>
                  <a:pt x="678030" y="566178"/>
                  <a:pt x="566776" y="252853"/>
                  <a:pt x="378756" y="0"/>
                </a:cubicBezTo>
                <a:lnTo>
                  <a:pt x="224527" y="191144"/>
                </a:lnTo>
                <a:lnTo>
                  <a:pt x="0" y="300862"/>
                </a:ln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06636" y="2760855"/>
            <a:ext cx="733108" cy="1296033"/>
          </a:xfrm>
          <a:custGeom>
            <a:avLst/>
            <a:gdLst/>
            <a:ahLst/>
            <a:cxnLst/>
            <a:rect l="0" t="0" r="0" b="0"/>
            <a:pathLst>
              <a:path w="733108" h="1296033">
                <a:moveTo>
                  <a:pt x="96558" y="1157758"/>
                </a:moveTo>
                <a:lnTo>
                  <a:pt x="156258" y="1186088"/>
                </a:lnTo>
                <a:lnTo>
                  <a:pt x="384106" y="1294209"/>
                </a:lnTo>
                <a:lnTo>
                  <a:pt x="627470" y="1295604"/>
                </a:lnTo>
                <a:lnTo>
                  <a:pt x="702381" y="1296033"/>
                </a:lnTo>
                <a:lnTo>
                  <a:pt x="733108" y="1161406"/>
                </a:lnTo>
                <a:lnTo>
                  <a:pt x="656641" y="1160968"/>
                </a:lnTo>
                <a:lnTo>
                  <a:pt x="414833" y="1159582"/>
                </a:lnTo>
                <a:lnTo>
                  <a:pt x="184668" y="1050361"/>
                </a:lnTo>
                <a:lnTo>
                  <a:pt x="127286" y="1023131"/>
                </a:lnTo>
                <a:lnTo>
                  <a:pt x="96558" y="1157758"/>
                </a:lnTo>
                <a:close/>
                <a:moveTo>
                  <a:pt x="0" y="300860"/>
                </a:moveTo>
                <a:cubicBezTo>
                  <a:pt x="122537" y="470991"/>
                  <a:pt x="194720" y="679810"/>
                  <a:pt x="194720" y="905489"/>
                </a:cubicBezTo>
                <a:cubicBezTo>
                  <a:pt x="194720" y="954655"/>
                  <a:pt x="191294" y="1003021"/>
                  <a:pt x="184668" y="1050361"/>
                </a:cubicBezTo>
                <a:lnTo>
                  <a:pt x="414833" y="1159582"/>
                </a:lnTo>
                <a:lnTo>
                  <a:pt x="656641" y="1160968"/>
                </a:lnTo>
                <a:cubicBezTo>
                  <a:pt x="670708" y="1077907"/>
                  <a:pt x="678033" y="992554"/>
                  <a:pt x="678033" y="905489"/>
                </a:cubicBezTo>
                <a:cubicBezTo>
                  <a:pt x="678033" y="566178"/>
                  <a:pt x="566778" y="252852"/>
                  <a:pt x="378758" y="0"/>
                </a:cubicBezTo>
                <a:lnTo>
                  <a:pt x="224525" y="191144"/>
                </a:lnTo>
                <a:lnTo>
                  <a:pt x="0" y="300860"/>
                </a:lnTo>
                <a:close/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5291" y="2148169"/>
            <a:ext cx="1215739" cy="943565"/>
          </a:xfrm>
          <a:custGeom>
            <a:avLst/>
            <a:gdLst/>
            <a:ahLst/>
            <a:cxnLst/>
            <a:rect l="0" t="0" r="0" b="0"/>
            <a:pathLst>
              <a:path w="1215739" h="943565">
                <a:moveTo>
                  <a:pt x="729906" y="943565"/>
                </a:moveTo>
                <a:lnTo>
                  <a:pt x="791344" y="913548"/>
                </a:lnTo>
                <a:lnTo>
                  <a:pt x="1015872" y="803830"/>
                </a:lnTo>
                <a:lnTo>
                  <a:pt x="1170100" y="612685"/>
                </a:lnTo>
                <a:lnTo>
                  <a:pt x="1215739" y="556132"/>
                </a:lnTo>
                <a:lnTo>
                  <a:pt x="1129640" y="448169"/>
                </a:lnTo>
                <a:lnTo>
                  <a:pt x="1083001" y="505971"/>
                </a:lnTo>
                <a:lnTo>
                  <a:pt x="929773" y="695867"/>
                </a:lnTo>
                <a:lnTo>
                  <a:pt x="702990" y="806684"/>
                </a:lnTo>
                <a:lnTo>
                  <a:pt x="643807" y="835608"/>
                </a:lnTo>
                <a:lnTo>
                  <a:pt x="729906" y="943565"/>
                </a:lnTo>
                <a:moveTo>
                  <a:pt x="53958" y="240845"/>
                </a:moveTo>
                <a:lnTo>
                  <a:pt x="0" y="483669"/>
                </a:lnTo>
                <a:cubicBezTo>
                  <a:pt x="276593" y="496713"/>
                  <a:pt x="524791" y="618255"/>
                  <a:pt x="702990" y="806684"/>
                </a:cubicBezTo>
                <a:lnTo>
                  <a:pt x="929773" y="695867"/>
                </a:lnTo>
                <a:lnTo>
                  <a:pt x="1083001" y="505971"/>
                </a:lnTo>
                <a:cubicBezTo>
                  <a:pt x="815199" y="206524"/>
                  <a:pt x="430396" y="13918"/>
                  <a:pt x="437" y="0"/>
                </a:cubicBezTo>
                <a:lnTo>
                  <a:pt x="53958" y="240845"/>
                </a:ln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5291" y="2148169"/>
            <a:ext cx="1215736" cy="943568"/>
          </a:xfrm>
          <a:custGeom>
            <a:avLst/>
            <a:gdLst/>
            <a:ahLst/>
            <a:cxnLst/>
            <a:rect l="0" t="0" r="0" b="0"/>
            <a:pathLst>
              <a:path w="1215736" h="943568">
                <a:moveTo>
                  <a:pt x="729904" y="943568"/>
                </a:moveTo>
                <a:lnTo>
                  <a:pt x="791344" y="913545"/>
                </a:lnTo>
                <a:lnTo>
                  <a:pt x="1015869" y="803830"/>
                </a:lnTo>
                <a:lnTo>
                  <a:pt x="1170102" y="612685"/>
                </a:lnTo>
                <a:lnTo>
                  <a:pt x="1215736" y="556129"/>
                </a:lnTo>
                <a:lnTo>
                  <a:pt x="1129639" y="448167"/>
                </a:lnTo>
                <a:lnTo>
                  <a:pt x="1082999" y="505968"/>
                </a:lnTo>
                <a:lnTo>
                  <a:pt x="929771" y="695867"/>
                </a:lnTo>
                <a:lnTo>
                  <a:pt x="702990" y="806685"/>
                </a:lnTo>
                <a:lnTo>
                  <a:pt x="643807" y="835605"/>
                </a:lnTo>
                <a:lnTo>
                  <a:pt x="729904" y="943568"/>
                </a:lnTo>
                <a:close/>
                <a:moveTo>
                  <a:pt x="53960" y="240847"/>
                </a:moveTo>
                <a:lnTo>
                  <a:pt x="0" y="483671"/>
                </a:lnTo>
                <a:cubicBezTo>
                  <a:pt x="276590" y="496714"/>
                  <a:pt x="524789" y="618255"/>
                  <a:pt x="702990" y="806685"/>
                </a:cubicBezTo>
                <a:lnTo>
                  <a:pt x="929771" y="695867"/>
                </a:lnTo>
                <a:lnTo>
                  <a:pt x="1082999" y="505968"/>
                </a:lnTo>
                <a:cubicBezTo>
                  <a:pt x="815199" y="206521"/>
                  <a:pt x="430398" y="13917"/>
                  <a:pt x="439" y="0"/>
                </a:cubicBezTo>
                <a:lnTo>
                  <a:pt x="53960" y="240847"/>
                </a:lnTo>
                <a:close/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70045" y="2383260"/>
            <a:ext cx="265215" cy="264750"/>
          </a:xfrm>
          <a:custGeom>
            <a:avLst/>
            <a:gdLst/>
            <a:ahLst/>
            <a:cxnLst/>
            <a:rect l="0" t="0" r="0" b="0"/>
            <a:pathLst>
              <a:path w="265215" h="264750">
                <a:moveTo>
                  <a:pt x="185097" y="90609"/>
                </a:moveTo>
                <a:lnTo>
                  <a:pt x="30305" y="90609"/>
                </a:lnTo>
                <a:cubicBezTo>
                  <a:pt x="19619" y="90609"/>
                  <a:pt x="10956" y="99272"/>
                  <a:pt x="10956" y="109958"/>
                </a:cubicBezTo>
                <a:lnTo>
                  <a:pt x="10956" y="206703"/>
                </a:lnTo>
                <a:cubicBezTo>
                  <a:pt x="10956" y="217389"/>
                  <a:pt x="19619" y="226052"/>
                  <a:pt x="30305" y="226052"/>
                </a:cubicBezTo>
                <a:lnTo>
                  <a:pt x="185097" y="226052"/>
                </a:lnTo>
                <a:cubicBezTo>
                  <a:pt x="195783" y="226052"/>
                  <a:pt x="204446" y="217389"/>
                  <a:pt x="204446" y="206703"/>
                </a:cubicBezTo>
                <a:lnTo>
                  <a:pt x="204446" y="109958"/>
                </a:lnTo>
                <a:cubicBezTo>
                  <a:pt x="204446" y="99272"/>
                  <a:pt x="195783" y="90609"/>
                  <a:pt x="185097" y="90609"/>
                </a:cubicBezTo>
                <a:close/>
                <a:moveTo>
                  <a:pt x="107702" y="226052"/>
                </a:moveTo>
                <a:lnTo>
                  <a:pt x="107702" y="264750"/>
                </a:lnTo>
                <a:moveTo>
                  <a:pt x="78675" y="264749"/>
                </a:moveTo>
                <a:lnTo>
                  <a:pt x="136722" y="264749"/>
                </a:lnTo>
                <a:moveTo>
                  <a:pt x="204446" y="189005"/>
                </a:moveTo>
                <a:lnTo>
                  <a:pt x="10956" y="189005"/>
                </a:lnTo>
                <a:moveTo>
                  <a:pt x="0" y="0"/>
                </a:moveTo>
                <a:moveTo>
                  <a:pt x="57638" y="52279"/>
                </a:moveTo>
                <a:lnTo>
                  <a:pt x="57638" y="34432"/>
                </a:lnTo>
                <a:cubicBezTo>
                  <a:pt x="57638" y="21721"/>
                  <a:pt x="67942" y="11417"/>
                  <a:pt x="80653" y="11417"/>
                </a:cubicBezTo>
                <a:lnTo>
                  <a:pt x="242200" y="11417"/>
                </a:lnTo>
                <a:cubicBezTo>
                  <a:pt x="254911" y="11417"/>
                  <a:pt x="265215" y="21721"/>
                  <a:pt x="265215" y="34432"/>
                </a:cubicBezTo>
                <a:lnTo>
                  <a:pt x="265215" y="146798"/>
                </a:lnTo>
                <a:cubicBezTo>
                  <a:pt x="265215" y="159509"/>
                  <a:pt x="254911" y="169813"/>
                  <a:pt x="242200" y="169813"/>
                </a:cubicBezTo>
                <a:lnTo>
                  <a:pt x="238955" y="169813"/>
                </a:lnTo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47085" y="2279693"/>
            <a:ext cx="78394" cy="2071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6520" y="2406275"/>
            <a:ext cx="264694" cy="264671"/>
          </a:xfrm>
          <a:custGeom>
            <a:avLst/>
            <a:gdLst/>
            <a:ahLst/>
            <a:cxnLst/>
            <a:rect l="0" t="0" r="0" b="0"/>
            <a:pathLst>
              <a:path w="264694" h="264671">
                <a:moveTo>
                  <a:pt x="57560" y="155350"/>
                </a:moveTo>
                <a:lnTo>
                  <a:pt x="57560" y="120828"/>
                </a:lnTo>
                <a:moveTo>
                  <a:pt x="113072" y="140172"/>
                </a:moveTo>
                <a:cubicBezTo>
                  <a:pt x="105489" y="112351"/>
                  <a:pt x="78483" y="94440"/>
                  <a:pt x="49904" y="98278"/>
                </a:cubicBezTo>
                <a:cubicBezTo>
                  <a:pt x="21325" y="102115"/>
                  <a:pt x="0" y="126514"/>
                  <a:pt x="23" y="155350"/>
                </a:cubicBezTo>
                <a:lnTo>
                  <a:pt x="23" y="195626"/>
                </a:lnTo>
                <a:lnTo>
                  <a:pt x="28792" y="195626"/>
                </a:lnTo>
                <a:lnTo>
                  <a:pt x="34545" y="264671"/>
                </a:lnTo>
                <a:lnTo>
                  <a:pt x="80575" y="264671"/>
                </a:lnTo>
                <a:lnTo>
                  <a:pt x="86329" y="195626"/>
                </a:lnTo>
                <a:lnTo>
                  <a:pt x="97836" y="195626"/>
                </a:lnTo>
                <a:moveTo>
                  <a:pt x="97457" y="34833"/>
                </a:moveTo>
                <a:cubicBezTo>
                  <a:pt x="89096" y="38426"/>
                  <a:pt x="80090" y="40278"/>
                  <a:pt x="70990" y="40276"/>
                </a:cubicBezTo>
                <a:cubicBezTo>
                  <a:pt x="52833" y="40279"/>
                  <a:pt x="35456" y="32897"/>
                  <a:pt x="22854" y="19827"/>
                </a:cubicBezTo>
                <a:moveTo>
                  <a:pt x="17284" y="40276"/>
                </a:moveTo>
                <a:cubicBezTo>
                  <a:pt x="17284" y="62519"/>
                  <a:pt x="35316" y="80552"/>
                  <a:pt x="57560" y="80552"/>
                </a:cubicBezTo>
                <a:cubicBezTo>
                  <a:pt x="79804" y="80552"/>
                  <a:pt x="97836" y="62519"/>
                  <a:pt x="97836" y="40276"/>
                </a:cubicBezTo>
                <a:cubicBezTo>
                  <a:pt x="97836" y="18032"/>
                  <a:pt x="79804" y="0"/>
                  <a:pt x="57560" y="0"/>
                </a:cubicBezTo>
                <a:cubicBezTo>
                  <a:pt x="35316" y="0"/>
                  <a:pt x="17284" y="18032"/>
                  <a:pt x="17284" y="40276"/>
                </a:cubicBezTo>
                <a:moveTo>
                  <a:pt x="138112" y="161104"/>
                </a:moveTo>
                <a:lnTo>
                  <a:pt x="253187" y="161104"/>
                </a:lnTo>
                <a:cubicBezTo>
                  <a:pt x="253187" y="161104"/>
                  <a:pt x="264694" y="161104"/>
                  <a:pt x="264694" y="172611"/>
                </a:cubicBezTo>
                <a:lnTo>
                  <a:pt x="264694" y="253163"/>
                </a:lnTo>
                <a:cubicBezTo>
                  <a:pt x="264694" y="253163"/>
                  <a:pt x="264694" y="264671"/>
                  <a:pt x="253187" y="264671"/>
                </a:cubicBezTo>
                <a:lnTo>
                  <a:pt x="138112" y="264671"/>
                </a:lnTo>
                <a:cubicBezTo>
                  <a:pt x="138112" y="264671"/>
                  <a:pt x="126605" y="264671"/>
                  <a:pt x="126605" y="253163"/>
                </a:cubicBezTo>
                <a:lnTo>
                  <a:pt x="126605" y="172611"/>
                </a:lnTo>
                <a:cubicBezTo>
                  <a:pt x="126605" y="172611"/>
                  <a:pt x="126605" y="161104"/>
                  <a:pt x="138112" y="161104"/>
                </a:cubicBezTo>
                <a:moveTo>
                  <a:pt x="126605" y="207134"/>
                </a:moveTo>
                <a:lnTo>
                  <a:pt x="264694" y="207134"/>
                </a:lnTo>
                <a:moveTo>
                  <a:pt x="195650" y="207134"/>
                </a:moveTo>
                <a:lnTo>
                  <a:pt x="195650" y="224395"/>
                </a:lnTo>
                <a:moveTo>
                  <a:pt x="205799" y="138089"/>
                </a:moveTo>
                <a:cubicBezTo>
                  <a:pt x="210157" y="138091"/>
                  <a:pt x="214139" y="140555"/>
                  <a:pt x="216087" y="144453"/>
                </a:cubicBezTo>
                <a:lnTo>
                  <a:pt x="224418" y="161104"/>
                </a:lnTo>
                <a:lnTo>
                  <a:pt x="166881" y="161104"/>
                </a:lnTo>
                <a:lnTo>
                  <a:pt x="175213" y="144453"/>
                </a:lnTo>
                <a:cubicBezTo>
                  <a:pt x="177160" y="140555"/>
                  <a:pt x="181143" y="138091"/>
                  <a:pt x="185500" y="138089"/>
                </a:cubicBezTo>
                <a:close/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1342" y="1707197"/>
            <a:ext cx="946039" cy="4142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Roboto"/>
              </a:rPr>
              <a:t>Talent Acquisition or HR
team onboards new
employee through
Workday.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8977" y="1396496"/>
            <a:ext cx="934623" cy="7249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The OSD Task Sequence
installs apps based on
the chosen persona.
Once Imaging
completes, the new PC
is handed off to the new
employee.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5434" y="2970140"/>
            <a:ext cx="663479" cy="13808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E58A9"/>
                </a:solidFill>
                <a:latin typeface="Roboto"/>
              </a:rPr>
              <a:t>TSGUI (OSD)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5103" y="2918357"/>
            <a:ext cx="859014" cy="13808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2BD39"/>
                </a:solidFill>
                <a:latin typeface="Roboto"/>
              </a:rPr>
              <a:t>Create Accounts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85352" y="3257827"/>
            <a:ext cx="264671" cy="264671"/>
          </a:xfrm>
          <a:custGeom>
            <a:avLst/>
            <a:gdLst/>
            <a:ahLst/>
            <a:cxnLst/>
            <a:rect l="0" t="0" r="0" b="0"/>
            <a:pathLst>
              <a:path w="264671" h="264671">
                <a:moveTo>
                  <a:pt x="152922" y="0"/>
                </a:moveTo>
                <a:lnTo>
                  <a:pt x="252910" y="0"/>
                </a:lnTo>
                <a:cubicBezTo>
                  <a:pt x="252910" y="0"/>
                  <a:pt x="264671" y="0"/>
                  <a:pt x="264671" y="11760"/>
                </a:cubicBezTo>
                <a:lnTo>
                  <a:pt x="264671" y="105868"/>
                </a:lnTo>
                <a:cubicBezTo>
                  <a:pt x="264671" y="105868"/>
                  <a:pt x="264671" y="117629"/>
                  <a:pt x="252910" y="117629"/>
                </a:cubicBezTo>
                <a:lnTo>
                  <a:pt x="152922" y="117629"/>
                </a:lnTo>
                <a:cubicBezTo>
                  <a:pt x="152922" y="117629"/>
                  <a:pt x="141161" y="117629"/>
                  <a:pt x="141161" y="105868"/>
                </a:cubicBezTo>
                <a:lnTo>
                  <a:pt x="141161" y="11760"/>
                </a:lnTo>
                <a:cubicBezTo>
                  <a:pt x="141161" y="11760"/>
                  <a:pt x="141161" y="0"/>
                  <a:pt x="152922" y="0"/>
                </a:cubicBezTo>
                <a:moveTo>
                  <a:pt x="141161" y="40057"/>
                </a:moveTo>
                <a:lnTo>
                  <a:pt x="264671" y="40057"/>
                </a:lnTo>
                <a:moveTo>
                  <a:pt x="141161" y="78849"/>
                </a:moveTo>
                <a:lnTo>
                  <a:pt x="264671" y="78849"/>
                </a:lnTo>
                <a:moveTo>
                  <a:pt x="197019" y="40057"/>
                </a:moveTo>
                <a:lnTo>
                  <a:pt x="197019" y="117629"/>
                </a:lnTo>
                <a:moveTo>
                  <a:pt x="230137" y="40057"/>
                </a:moveTo>
                <a:lnTo>
                  <a:pt x="230137" y="117629"/>
                </a:lnTo>
                <a:moveTo>
                  <a:pt x="52934" y="72496"/>
                </a:moveTo>
                <a:lnTo>
                  <a:pt x="26467" y="97813"/>
                </a:lnTo>
                <a:lnTo>
                  <a:pt x="26467" y="72496"/>
                </a:lnTo>
                <a:cubicBezTo>
                  <a:pt x="26844" y="53384"/>
                  <a:pt x="42648" y="38199"/>
                  <a:pt x="61760" y="38584"/>
                </a:cubicBezTo>
                <a:lnTo>
                  <a:pt x="105868" y="38584"/>
                </a:lnTo>
                <a:moveTo>
                  <a:pt x="0" y="72496"/>
                </a:moveTo>
                <a:lnTo>
                  <a:pt x="26467" y="97870"/>
                </a:lnTo>
                <a:moveTo>
                  <a:pt x="79401" y="13176"/>
                </a:moveTo>
                <a:lnTo>
                  <a:pt x="105868" y="38584"/>
                </a:lnTo>
                <a:lnTo>
                  <a:pt x="79401" y="63992"/>
                </a:lnTo>
                <a:moveTo>
                  <a:pt x="11760" y="129389"/>
                </a:moveTo>
                <a:lnTo>
                  <a:pt x="76467" y="129389"/>
                </a:lnTo>
                <a:cubicBezTo>
                  <a:pt x="76467" y="129389"/>
                  <a:pt x="88227" y="129389"/>
                  <a:pt x="88227" y="141150"/>
                </a:cubicBezTo>
                <a:lnTo>
                  <a:pt x="88227" y="252910"/>
                </a:lnTo>
                <a:cubicBezTo>
                  <a:pt x="88227" y="252910"/>
                  <a:pt x="88227" y="264671"/>
                  <a:pt x="76467" y="264671"/>
                </a:cubicBezTo>
                <a:lnTo>
                  <a:pt x="11760" y="264671"/>
                </a:lnTo>
                <a:cubicBezTo>
                  <a:pt x="11760" y="264671"/>
                  <a:pt x="0" y="264671"/>
                  <a:pt x="0" y="252910"/>
                </a:cubicBezTo>
                <a:lnTo>
                  <a:pt x="0" y="141150"/>
                </a:lnTo>
                <a:cubicBezTo>
                  <a:pt x="0" y="141150"/>
                  <a:pt x="0" y="129389"/>
                  <a:pt x="11760" y="129389"/>
                </a:cubicBezTo>
                <a:moveTo>
                  <a:pt x="0" y="229378"/>
                </a:moveTo>
                <a:lnTo>
                  <a:pt x="88227" y="229378"/>
                </a:lnTo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88223" y="3286595"/>
            <a:ext cx="265819" cy="257124"/>
          </a:xfrm>
          <a:custGeom>
            <a:avLst/>
            <a:gdLst/>
            <a:ahLst/>
            <a:cxnLst/>
            <a:rect l="0" t="0" r="0" b="0"/>
            <a:pathLst>
              <a:path w="265819" h="257124">
                <a:moveTo>
                  <a:pt x="138085" y="132767"/>
                </a:moveTo>
                <a:cubicBezTo>
                  <a:pt x="124532" y="132767"/>
                  <a:pt x="113546" y="121779"/>
                  <a:pt x="113546" y="108227"/>
                </a:cubicBezTo>
                <a:cubicBezTo>
                  <a:pt x="113546" y="94674"/>
                  <a:pt x="124532" y="83687"/>
                  <a:pt x="138085" y="83687"/>
                </a:cubicBezTo>
                <a:cubicBezTo>
                  <a:pt x="151638" y="83687"/>
                  <a:pt x="162625" y="94674"/>
                  <a:pt x="162625" y="108227"/>
                </a:cubicBezTo>
                <a:cubicBezTo>
                  <a:pt x="162625" y="121779"/>
                  <a:pt x="151638" y="132767"/>
                  <a:pt x="138085" y="132767"/>
                </a:cubicBezTo>
                <a:close/>
                <a:moveTo>
                  <a:pt x="179214" y="170930"/>
                </a:moveTo>
                <a:cubicBezTo>
                  <a:pt x="173841" y="153327"/>
                  <a:pt x="157202" y="140128"/>
                  <a:pt x="138087" y="140128"/>
                </a:cubicBezTo>
                <a:cubicBezTo>
                  <a:pt x="118972" y="140128"/>
                  <a:pt x="102332" y="153327"/>
                  <a:pt x="96959" y="170930"/>
                </a:cubicBezTo>
                <a:moveTo>
                  <a:pt x="52393" y="133854"/>
                </a:moveTo>
                <a:cubicBezTo>
                  <a:pt x="52386" y="181194"/>
                  <a:pt x="90761" y="219574"/>
                  <a:pt x="138100" y="219574"/>
                </a:cubicBezTo>
                <a:cubicBezTo>
                  <a:pt x="185440" y="219574"/>
                  <a:pt x="223815" y="181194"/>
                  <a:pt x="223808" y="133854"/>
                </a:cubicBezTo>
                <a:cubicBezTo>
                  <a:pt x="223815" y="86515"/>
                  <a:pt x="185440" y="48135"/>
                  <a:pt x="138100" y="48135"/>
                </a:cubicBezTo>
                <a:cubicBezTo>
                  <a:pt x="90761" y="48135"/>
                  <a:pt x="52386" y="86515"/>
                  <a:pt x="52393" y="133854"/>
                </a:cubicBezTo>
                <a:moveTo>
                  <a:pt x="231564" y="36179"/>
                </a:moveTo>
                <a:cubicBezTo>
                  <a:pt x="231564" y="45636"/>
                  <a:pt x="239230" y="53302"/>
                  <a:pt x="248687" y="53302"/>
                </a:cubicBezTo>
                <a:cubicBezTo>
                  <a:pt x="258144" y="53302"/>
                  <a:pt x="265810" y="45636"/>
                  <a:pt x="265810" y="36179"/>
                </a:cubicBezTo>
                <a:cubicBezTo>
                  <a:pt x="265810" y="26722"/>
                  <a:pt x="258144" y="19056"/>
                  <a:pt x="248687" y="19056"/>
                </a:cubicBezTo>
                <a:cubicBezTo>
                  <a:pt x="239230" y="19056"/>
                  <a:pt x="231564" y="26722"/>
                  <a:pt x="231564" y="36179"/>
                </a:cubicBezTo>
                <a:moveTo>
                  <a:pt x="44614" y="36179"/>
                </a:moveTo>
                <a:cubicBezTo>
                  <a:pt x="44614" y="45636"/>
                  <a:pt x="36948" y="53302"/>
                  <a:pt x="27491" y="53302"/>
                </a:cubicBezTo>
                <a:cubicBezTo>
                  <a:pt x="18034" y="53302"/>
                  <a:pt x="10368" y="45636"/>
                  <a:pt x="10368" y="36179"/>
                </a:cubicBezTo>
                <a:cubicBezTo>
                  <a:pt x="10368" y="26722"/>
                  <a:pt x="18034" y="19056"/>
                  <a:pt x="27491" y="19056"/>
                </a:cubicBezTo>
                <a:cubicBezTo>
                  <a:pt x="36948" y="19056"/>
                  <a:pt x="44614" y="26722"/>
                  <a:pt x="44614" y="36179"/>
                </a:cubicBezTo>
                <a:moveTo>
                  <a:pt x="0" y="0"/>
                </a:moveTo>
                <a:moveTo>
                  <a:pt x="93498" y="207134"/>
                </a:moveTo>
                <a:lnTo>
                  <a:pt x="76038" y="231826"/>
                </a:lnTo>
                <a:lnTo>
                  <a:pt x="10608" y="231825"/>
                </a:lnTo>
                <a:moveTo>
                  <a:pt x="0" y="0"/>
                </a:moveTo>
                <a:moveTo>
                  <a:pt x="186276" y="205156"/>
                </a:moveTo>
                <a:lnTo>
                  <a:pt x="205039" y="231825"/>
                </a:lnTo>
                <a:lnTo>
                  <a:pt x="265819" y="231826"/>
                </a:lnTo>
                <a:moveTo>
                  <a:pt x="93138" y="60593"/>
                </a:moveTo>
                <a:lnTo>
                  <a:pt x="76028" y="36174"/>
                </a:lnTo>
                <a:lnTo>
                  <a:pt x="44598" y="36174"/>
                </a:lnTo>
                <a:moveTo>
                  <a:pt x="0" y="0"/>
                </a:moveTo>
                <a:moveTo>
                  <a:pt x="183039" y="60773"/>
                </a:moveTo>
                <a:lnTo>
                  <a:pt x="200138" y="36174"/>
                </a:lnTo>
                <a:lnTo>
                  <a:pt x="231569" y="36174"/>
                </a:lnTo>
                <a:moveTo>
                  <a:pt x="0" y="0"/>
                </a:moveTo>
                <a:moveTo>
                  <a:pt x="240510" y="206527"/>
                </a:moveTo>
                <a:lnTo>
                  <a:pt x="265809" y="231826"/>
                </a:lnTo>
                <a:lnTo>
                  <a:pt x="240510" y="257124"/>
                </a:lnTo>
                <a:moveTo>
                  <a:pt x="35668" y="257124"/>
                </a:moveTo>
                <a:lnTo>
                  <a:pt x="10369" y="231826"/>
                </a:lnTo>
                <a:lnTo>
                  <a:pt x="35668" y="206527"/>
                </a:lnTo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53248" y="3174398"/>
            <a:ext cx="915653" cy="5178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EDM Imaging Team to
modify TSGUI to reflect
the Same Cascading
Dropdowns for Techs to
Select during Imaging.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5103" y="3122614"/>
            <a:ext cx="960964" cy="6214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Roboto"/>
              </a:rPr>
              <a:t>Workday has an
integration with Saviynt
and ServiceNow through
which the AD
account(P#) and SNOW
accounts are created.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1342" y="1364851"/>
            <a:ext cx="505252" cy="4142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CC583"/>
                </a:solidFill>
                <a:latin typeface="Roboto"/>
              </a:rPr>
              <a:t>Onboard
Employee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6433" y="1054149"/>
            <a:ext cx="647202" cy="2761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A5DE5"/>
                </a:solidFill>
                <a:latin typeface="Roboto"/>
              </a:rPr>
              <a:t>Device
Provisioning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0276" y="4356800"/>
            <a:ext cx="264636" cy="264671"/>
          </a:xfrm>
          <a:custGeom>
            <a:avLst/>
            <a:gdLst/>
            <a:ahLst/>
            <a:cxnLst/>
            <a:rect l="0" t="0" r="0" b="0"/>
            <a:pathLst>
              <a:path w="264636" h="264671">
                <a:moveTo>
                  <a:pt x="0" y="46029"/>
                </a:moveTo>
                <a:cubicBezTo>
                  <a:pt x="0" y="71451"/>
                  <a:pt x="48944" y="92059"/>
                  <a:pt x="109320" y="92059"/>
                </a:cubicBezTo>
                <a:cubicBezTo>
                  <a:pt x="169697" y="92059"/>
                  <a:pt x="218641" y="71451"/>
                  <a:pt x="218641" y="46029"/>
                </a:cubicBezTo>
                <a:cubicBezTo>
                  <a:pt x="218641" y="20608"/>
                  <a:pt x="169697" y="0"/>
                  <a:pt x="109320" y="0"/>
                </a:cubicBezTo>
                <a:cubicBezTo>
                  <a:pt x="48944" y="0"/>
                  <a:pt x="0" y="20608"/>
                  <a:pt x="0" y="46029"/>
                </a:cubicBezTo>
                <a:close/>
                <a:moveTo>
                  <a:pt x="109320" y="138077"/>
                </a:moveTo>
                <a:cubicBezTo>
                  <a:pt x="48952" y="138077"/>
                  <a:pt x="0" y="117479"/>
                  <a:pt x="0" y="92048"/>
                </a:cubicBezTo>
                <a:moveTo>
                  <a:pt x="0" y="143843"/>
                </a:moveTo>
                <a:cubicBezTo>
                  <a:pt x="0" y="166789"/>
                  <a:pt x="39896" y="185833"/>
                  <a:pt x="92059" y="189286"/>
                </a:cubicBezTo>
                <a:moveTo>
                  <a:pt x="97813" y="241403"/>
                </a:moveTo>
                <a:cubicBezTo>
                  <a:pt x="42853" y="238986"/>
                  <a:pt x="0" y="219412"/>
                  <a:pt x="0" y="195626"/>
                </a:cubicBezTo>
                <a:lnTo>
                  <a:pt x="0" y="46018"/>
                </a:lnTo>
                <a:moveTo>
                  <a:pt x="218641" y="46029"/>
                </a:moveTo>
                <a:lnTo>
                  <a:pt x="218641" y="97813"/>
                </a:lnTo>
                <a:moveTo>
                  <a:pt x="126547" y="195626"/>
                </a:moveTo>
                <a:cubicBezTo>
                  <a:pt x="126547" y="233759"/>
                  <a:pt x="157459" y="264671"/>
                  <a:pt x="195592" y="264671"/>
                </a:cubicBezTo>
                <a:cubicBezTo>
                  <a:pt x="233724" y="264671"/>
                  <a:pt x="264636" y="233759"/>
                  <a:pt x="264636" y="195626"/>
                </a:cubicBezTo>
                <a:cubicBezTo>
                  <a:pt x="264636" y="157494"/>
                  <a:pt x="233724" y="126581"/>
                  <a:pt x="195592" y="126581"/>
                </a:cubicBezTo>
                <a:cubicBezTo>
                  <a:pt x="157459" y="126581"/>
                  <a:pt x="126547" y="157494"/>
                  <a:pt x="126547" y="195626"/>
                </a:cubicBezTo>
                <a:close/>
                <a:moveTo>
                  <a:pt x="195592" y="230149"/>
                </a:moveTo>
                <a:lnTo>
                  <a:pt x="195592" y="161104"/>
                </a:lnTo>
                <a:moveTo>
                  <a:pt x="230114" y="195626"/>
                </a:moveTo>
                <a:lnTo>
                  <a:pt x="161069" y="195626"/>
                </a:lnTo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52320" y="4330897"/>
            <a:ext cx="241656" cy="258917"/>
          </a:xfrm>
          <a:custGeom>
            <a:avLst/>
            <a:gdLst/>
            <a:ahLst/>
            <a:cxnLst/>
            <a:rect l="0" t="0" r="0" b="0"/>
            <a:pathLst>
              <a:path w="241656" h="258917">
                <a:moveTo>
                  <a:pt x="241656" y="241656"/>
                </a:moveTo>
                <a:cubicBezTo>
                  <a:pt x="241656" y="250862"/>
                  <a:pt x="233601" y="258917"/>
                  <a:pt x="224395" y="258917"/>
                </a:cubicBezTo>
                <a:lnTo>
                  <a:pt x="17261" y="258917"/>
                </a:lnTo>
                <a:cubicBezTo>
                  <a:pt x="8055" y="258917"/>
                  <a:pt x="0" y="250862"/>
                  <a:pt x="0" y="241656"/>
                </a:cubicBezTo>
                <a:lnTo>
                  <a:pt x="0" y="17261"/>
                </a:lnTo>
                <a:cubicBezTo>
                  <a:pt x="0" y="8055"/>
                  <a:pt x="8055" y="0"/>
                  <a:pt x="17261" y="0"/>
                </a:cubicBezTo>
                <a:lnTo>
                  <a:pt x="189872" y="0"/>
                </a:lnTo>
                <a:cubicBezTo>
                  <a:pt x="194475" y="0"/>
                  <a:pt x="199078" y="2301"/>
                  <a:pt x="201380" y="4602"/>
                </a:cubicBezTo>
                <a:lnTo>
                  <a:pt x="235902" y="37974"/>
                </a:lnTo>
                <a:cubicBezTo>
                  <a:pt x="239355" y="41426"/>
                  <a:pt x="241656" y="46029"/>
                  <a:pt x="241656" y="50632"/>
                </a:cubicBezTo>
                <a:close/>
                <a:moveTo>
                  <a:pt x="120252" y="69044"/>
                </a:moveTo>
                <a:lnTo>
                  <a:pt x="120252" y="34522"/>
                </a:lnTo>
                <a:moveTo>
                  <a:pt x="56961" y="102416"/>
                </a:moveTo>
                <a:lnTo>
                  <a:pt x="183543" y="102416"/>
                </a:lnTo>
                <a:moveTo>
                  <a:pt x="47756" y="224395"/>
                </a:moveTo>
                <a:cubicBezTo>
                  <a:pt x="58112" y="194475"/>
                  <a:pt x="88032" y="172611"/>
                  <a:pt x="121403" y="172611"/>
                </a:cubicBezTo>
                <a:cubicBezTo>
                  <a:pt x="154775" y="172611"/>
                  <a:pt x="183543" y="194475"/>
                  <a:pt x="193900" y="224395"/>
                </a:cubicBezTo>
                <a:moveTo>
                  <a:pt x="73071" y="115074"/>
                </a:moveTo>
                <a:cubicBezTo>
                  <a:pt x="74222" y="140390"/>
                  <a:pt x="94935" y="161104"/>
                  <a:pt x="120251" y="161104"/>
                </a:cubicBezTo>
                <a:cubicBezTo>
                  <a:pt x="146718" y="161104"/>
                  <a:pt x="167433" y="140390"/>
                  <a:pt x="167433" y="113923"/>
                </a:cubicBezTo>
                <a:lnTo>
                  <a:pt x="167433" y="93210"/>
                </a:lnTo>
                <a:cubicBezTo>
                  <a:pt x="167433" y="66743"/>
                  <a:pt x="146718" y="46029"/>
                  <a:pt x="120251" y="46029"/>
                </a:cubicBezTo>
                <a:cubicBezTo>
                  <a:pt x="94935" y="46029"/>
                  <a:pt x="74222" y="66743"/>
                  <a:pt x="73071" y="92059"/>
                </a:cubicBezTo>
                <a:close/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96285" y="4402818"/>
            <a:ext cx="548761" cy="2761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55753"/>
                </a:solidFill>
                <a:latin typeface="Roboto"/>
              </a:rPr>
              <a:t>Update AD
Attributes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6170" y="746325"/>
            <a:ext cx="3651637" cy="17261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84848"/>
                </a:solidFill>
                <a:latin typeface="Roboto"/>
              </a:rPr>
              <a:t>New Full Time Employee Onboarding Process(Proposed)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98924" y="4402818"/>
            <a:ext cx="897759" cy="2761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0CB15"/>
                </a:solidFill>
                <a:latin typeface="Roboto"/>
              </a:rPr>
              <a:t>Submit New Hire
Request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9664" y="4817087"/>
            <a:ext cx="264671" cy="264671"/>
          </a:xfrm>
          <a:custGeom>
            <a:avLst/>
            <a:gdLst/>
            <a:ahLst/>
            <a:cxnLst/>
            <a:rect l="0" t="0" r="0" b="0"/>
            <a:pathLst>
              <a:path w="264671" h="264671">
                <a:moveTo>
                  <a:pt x="11507" y="184119"/>
                </a:moveTo>
                <a:cubicBezTo>
                  <a:pt x="5152" y="184119"/>
                  <a:pt x="0" y="178967"/>
                  <a:pt x="0" y="172611"/>
                </a:cubicBezTo>
                <a:lnTo>
                  <a:pt x="0" y="11507"/>
                </a:lnTo>
                <a:cubicBezTo>
                  <a:pt x="0" y="5152"/>
                  <a:pt x="5152" y="0"/>
                  <a:pt x="11507" y="0"/>
                </a:cubicBezTo>
                <a:lnTo>
                  <a:pt x="172611" y="0"/>
                </a:lnTo>
                <a:cubicBezTo>
                  <a:pt x="178967" y="0"/>
                  <a:pt x="184119" y="5152"/>
                  <a:pt x="184119" y="11507"/>
                </a:cubicBezTo>
                <a:lnTo>
                  <a:pt x="184119" y="80552"/>
                </a:lnTo>
                <a:lnTo>
                  <a:pt x="253163" y="80552"/>
                </a:lnTo>
                <a:cubicBezTo>
                  <a:pt x="259519" y="80552"/>
                  <a:pt x="264671" y="85704"/>
                  <a:pt x="264671" y="92059"/>
                </a:cubicBezTo>
                <a:lnTo>
                  <a:pt x="264671" y="253163"/>
                </a:lnTo>
                <a:cubicBezTo>
                  <a:pt x="264671" y="259519"/>
                  <a:pt x="259519" y="264671"/>
                  <a:pt x="253163" y="264671"/>
                </a:cubicBezTo>
                <a:lnTo>
                  <a:pt x="92059" y="264671"/>
                </a:lnTo>
                <a:cubicBezTo>
                  <a:pt x="85704" y="264671"/>
                  <a:pt x="80552" y="259519"/>
                  <a:pt x="80552" y="253163"/>
                </a:cubicBezTo>
                <a:lnTo>
                  <a:pt x="80552" y="184119"/>
                </a:lnTo>
                <a:close/>
                <a:moveTo>
                  <a:pt x="80552" y="92059"/>
                </a:moveTo>
                <a:cubicBezTo>
                  <a:pt x="80552" y="85704"/>
                  <a:pt x="85704" y="80552"/>
                  <a:pt x="92059" y="80552"/>
                </a:cubicBezTo>
                <a:moveTo>
                  <a:pt x="80552" y="115074"/>
                </a:moveTo>
                <a:lnTo>
                  <a:pt x="80552" y="126581"/>
                </a:lnTo>
                <a:moveTo>
                  <a:pt x="115074" y="80552"/>
                </a:moveTo>
                <a:lnTo>
                  <a:pt x="126581" y="80552"/>
                </a:lnTo>
                <a:moveTo>
                  <a:pt x="149596" y="80552"/>
                </a:moveTo>
                <a:lnTo>
                  <a:pt x="161104" y="80552"/>
                </a:lnTo>
                <a:moveTo>
                  <a:pt x="103567" y="184119"/>
                </a:moveTo>
                <a:lnTo>
                  <a:pt x="115074" y="184119"/>
                </a:lnTo>
                <a:moveTo>
                  <a:pt x="138089" y="184119"/>
                </a:moveTo>
                <a:lnTo>
                  <a:pt x="149596" y="184119"/>
                </a:lnTo>
                <a:moveTo>
                  <a:pt x="80552" y="161104"/>
                </a:moveTo>
                <a:lnTo>
                  <a:pt x="80552" y="149596"/>
                </a:lnTo>
                <a:moveTo>
                  <a:pt x="184119" y="103567"/>
                </a:moveTo>
                <a:lnTo>
                  <a:pt x="184119" y="115074"/>
                </a:lnTo>
                <a:moveTo>
                  <a:pt x="172611" y="184119"/>
                </a:moveTo>
                <a:cubicBezTo>
                  <a:pt x="178967" y="184119"/>
                  <a:pt x="184119" y="178967"/>
                  <a:pt x="184119" y="172611"/>
                </a:cubicBezTo>
                <a:moveTo>
                  <a:pt x="184119" y="149596"/>
                </a:moveTo>
                <a:lnTo>
                  <a:pt x="184119" y="138089"/>
                </a:lnTo>
              </a:path>
            </a:pathLst>
          </a:custGeom>
          <a:noFill/>
          <a:ln w="86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08023" y="4745165"/>
            <a:ext cx="937046" cy="5178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Selected values in the
Cascading Dropdowns
are then replicated in AD
User's Extension
Attributes.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98924" y="4745165"/>
            <a:ext cx="943703" cy="4142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Roboto"/>
              </a:rPr>
              <a:t>Hiring Manager submits
a New Hire request with
user's new P# Via
ServiceNow.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09400" y="5780836"/>
            <a:ext cx="925182" cy="6214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484848"/>
                </a:solidFill>
                <a:latin typeface="Roboto"/>
              </a:rPr>
              <a:t>TCS Transformation
team to consolidate
Many Existing New Hire
Request forms into one
with Cascading
Dropdowns in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4268" y="5300400"/>
            <a:ext cx="955481" cy="4142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DE8431"/>
                </a:solidFill>
                <a:latin typeface="Roboto"/>
              </a:rPr>
              <a:t>Consolidated New
Hire Request
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