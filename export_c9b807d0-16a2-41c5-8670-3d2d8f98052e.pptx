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85900" y="198120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60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80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lnTo>
                  <a:pt x="0" y="0"/>
                </a:lnTo>
                <a:moveTo>
                  <a:pt x="411480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60" y="228600"/>
                </a:moveTo>
                <a:lnTo>
                  <a:pt x="1371600" y="228600"/>
                </a:ln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85900" y="1981200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60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80" y="228600"/>
                </a:lnTo>
                <a:close/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close/>
                <a:moveTo>
                  <a:pt x="411480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60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1371600"/>
                </a:lnTo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86100" y="198120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lnTo>
                  <a:pt x="0" y="0"/>
                </a:lnTo>
                <a:moveTo>
                  <a:pt x="411479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86100" y="1981200"/>
            <a:ext cx="1371600" cy="2057400"/>
          </a:xfrm>
          <a:custGeom>
            <a:avLst/>
            <a:gdLst/>
            <a:ahLst/>
            <a:cxnLst/>
            <a:rect l="0" t="0" r="0" b="0"/>
            <a:pathLst>
              <a:path w="1371600" h="20574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close/>
                <a:moveTo>
                  <a:pt x="0" y="0"/>
                </a:moveTo>
                <a:lnTo>
                  <a:pt x="137160" y="0"/>
                </a:lnTo>
                <a:lnTo>
                  <a:pt x="274320" y="228600"/>
                </a:lnTo>
                <a:lnTo>
                  <a:pt x="137160" y="457200"/>
                </a:lnTo>
                <a:lnTo>
                  <a:pt x="0" y="457200"/>
                </a:lnTo>
                <a:lnTo>
                  <a:pt x="137160" y="228600"/>
                </a:lnTo>
                <a:close/>
                <a:moveTo>
                  <a:pt x="411479" y="228600"/>
                </a:moveTo>
                <a:lnTo>
                  <a:pt x="685800" y="228600"/>
                </a:lnTo>
                <a:moveTo>
                  <a:pt x="137160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2057400"/>
                </a:lnTo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6300" y="198120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lnTo>
                  <a:pt x="274320" y="0"/>
                </a:lnTo>
                <a:moveTo>
                  <a:pt x="0" y="0"/>
                </a:moveTo>
                <a:lnTo>
                  <a:pt x="137159" y="0"/>
                </a:lnTo>
                <a:lnTo>
                  <a:pt x="274320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lnTo>
                  <a:pt x="0" y="0"/>
                </a:lnTo>
                <a:moveTo>
                  <a:pt x="411479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solidFill>
            <a:srgbClr val="E3FF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6300" y="1981200"/>
            <a:ext cx="1371600" cy="1371600"/>
          </a:xfrm>
          <a:custGeom>
            <a:avLst/>
            <a:gdLst/>
            <a:ahLst/>
            <a:cxnLst/>
            <a:rect l="0" t="0" r="0" b="0"/>
            <a:pathLst>
              <a:path w="1371600" h="13716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20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20" y="457200"/>
                </a:lnTo>
                <a:lnTo>
                  <a:pt x="411479" y="228600"/>
                </a:lnTo>
                <a:close/>
                <a:moveTo>
                  <a:pt x="0" y="0"/>
                </a:moveTo>
                <a:lnTo>
                  <a:pt x="137159" y="0"/>
                </a:lnTo>
                <a:lnTo>
                  <a:pt x="274320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close/>
                <a:moveTo>
                  <a:pt x="411479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20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1371600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1981200"/>
            <a:ext cx="1371600" cy="457200"/>
          </a:xfrm>
          <a:custGeom>
            <a:avLst/>
            <a:gdLst/>
            <a:ahLst/>
            <a:cxnLst/>
            <a:rect l="0" t="0" r="0" b="0"/>
            <a:pathLst>
              <a:path w="1371600" h="4572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lnTo>
                  <a:pt x="685800" y="0"/>
                </a:lnTo>
                <a:moveTo>
                  <a:pt x="274319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19" y="457200"/>
                </a:lnTo>
                <a:lnTo>
                  <a:pt x="411480" y="228600"/>
                </a:lnTo>
                <a:lnTo>
                  <a:pt x="274319" y="0"/>
                </a:lnTo>
                <a:moveTo>
                  <a:pt x="0" y="0"/>
                </a:moveTo>
                <a:lnTo>
                  <a:pt x="137159" y="0"/>
                </a:lnTo>
                <a:lnTo>
                  <a:pt x="274319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lnTo>
                  <a:pt x="0" y="0"/>
                </a:lnTo>
                <a:moveTo>
                  <a:pt x="411480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19" y="228600"/>
                </a:lnTo>
                <a:moveTo>
                  <a:pt x="822959" y="228600"/>
                </a:moveTo>
                <a:lnTo>
                  <a:pt x="1371600" y="228600"/>
                </a:ln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6500" y="1981200"/>
            <a:ext cx="1371600" cy="2057400"/>
          </a:xfrm>
          <a:custGeom>
            <a:avLst/>
            <a:gdLst/>
            <a:ahLst/>
            <a:cxnLst/>
            <a:rect l="0" t="0" r="0" b="0"/>
            <a:pathLst>
              <a:path w="1371600" h="2057400">
                <a:moveTo>
                  <a:pt x="685800" y="0"/>
                </a:moveTo>
                <a:lnTo>
                  <a:pt x="1234440" y="0"/>
                </a:lnTo>
                <a:lnTo>
                  <a:pt x="1371600" y="228600"/>
                </a:lnTo>
                <a:lnTo>
                  <a:pt x="1234440" y="457200"/>
                </a:lnTo>
                <a:lnTo>
                  <a:pt x="685800" y="457200"/>
                </a:lnTo>
                <a:lnTo>
                  <a:pt x="822959" y="228600"/>
                </a:lnTo>
                <a:close/>
                <a:moveTo>
                  <a:pt x="274319" y="0"/>
                </a:moveTo>
                <a:lnTo>
                  <a:pt x="548640" y="0"/>
                </a:lnTo>
                <a:lnTo>
                  <a:pt x="685800" y="228600"/>
                </a:lnTo>
                <a:lnTo>
                  <a:pt x="548640" y="457200"/>
                </a:lnTo>
                <a:lnTo>
                  <a:pt x="274319" y="457200"/>
                </a:lnTo>
                <a:lnTo>
                  <a:pt x="411480" y="228600"/>
                </a:lnTo>
                <a:close/>
                <a:moveTo>
                  <a:pt x="0" y="0"/>
                </a:moveTo>
                <a:lnTo>
                  <a:pt x="137159" y="0"/>
                </a:lnTo>
                <a:lnTo>
                  <a:pt x="274319" y="228600"/>
                </a:lnTo>
                <a:lnTo>
                  <a:pt x="137159" y="457200"/>
                </a:lnTo>
                <a:lnTo>
                  <a:pt x="0" y="457200"/>
                </a:lnTo>
                <a:lnTo>
                  <a:pt x="137159" y="228600"/>
                </a:lnTo>
                <a:close/>
                <a:moveTo>
                  <a:pt x="411480" y="228600"/>
                </a:moveTo>
                <a:lnTo>
                  <a:pt x="685800" y="228600"/>
                </a:lnTo>
                <a:moveTo>
                  <a:pt x="137159" y="228600"/>
                </a:moveTo>
                <a:lnTo>
                  <a:pt x="274319" y="228600"/>
                </a:lnTo>
                <a:moveTo>
                  <a:pt x="822959" y="228600"/>
                </a:moveTo>
                <a:lnTo>
                  <a:pt x="1371600" y="228600"/>
                </a:lnTo>
                <a:moveTo>
                  <a:pt x="685800" y="571500"/>
                </a:moveTo>
                <a:lnTo>
                  <a:pt x="685800" y="2057400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0203" y="1033462"/>
            <a:ext cx="436364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Full-Time Employee Onboarding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2809" y="154305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3009" y="154305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3209" y="154305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3409" y="1543050"/>
            <a:ext cx="53786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2BD39"/>
                </a:solidFill>
                <a:latin typeface="Roboto"/>
              </a:rP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4597" y="3486150"/>
            <a:ext cx="874214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E88E7"/>
                </a:solidFill>
                <a:latin typeface="Roboto"/>
              </a:rPr>
              <a:t>Employee
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9732" y="3486150"/>
            <a:ext cx="1304772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Access &amp;
Device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054" y="4171950"/>
            <a:ext cx="88850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2BD39"/>
                </a:solidFill>
                <a:latin typeface="Roboto"/>
              </a:rPr>
              <a:t>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0860" y="4052887"/>
            <a:ext cx="1241669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Talent
Acquisition/HR
creates new
employee record in
Workday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3738" y="4171950"/>
            <a:ext cx="1056236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ABDA"/>
                </a:solidFill>
                <a:latin typeface="Roboto"/>
              </a:rPr>
              <a:t>System
Integrations
Triggered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0303" y="4052887"/>
            <a:ext cx="1323679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Hiring manager
submits ServiceNow
request with
employee's P#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6694" y="4510087"/>
            <a:ext cx="1311173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Deployment/EUC
team provisions
devices and enables
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7818" y="4967287"/>
            <a:ext cx="1308201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Workday triggers
Saviynt for AD
account and
ServiceNow for user
account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