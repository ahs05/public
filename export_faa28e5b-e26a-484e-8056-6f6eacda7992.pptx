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85206" y="455701"/>
            <a:ext cx="5973587" cy="5577747"/>
          </a:xfrm>
          <a:custGeom>
            <a:avLst/>
            <a:gdLst/>
            <a:ahLst/>
            <a:cxnLst/>
            <a:rect l="0" t="0" r="0" b="0"/>
            <a:pathLst>
              <a:path w="5973587" h="5577747">
                <a:moveTo>
                  <a:pt x="0" y="0"/>
                </a:moveTo>
                <a:lnTo>
                  <a:pt x="5973587" y="0"/>
                </a:lnTo>
                <a:lnTo>
                  <a:pt x="5973587" y="5577747"/>
                </a:lnTo>
                <a:lnTo>
                  <a:pt x="0" y="5577747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59301" y="2147018"/>
            <a:ext cx="1314075" cy="944504"/>
          </a:xfrm>
          <a:custGeom>
            <a:avLst/>
            <a:gdLst/>
            <a:ahLst/>
            <a:cxnLst/>
            <a:rect l="0" t="0" r="0" b="0"/>
            <a:pathLst>
              <a:path w="1314075" h="944504">
                <a:moveTo>
                  <a:pt x="1242104" y="647738"/>
                </a:moveTo>
                <a:lnTo>
                  <a:pt x="1257824" y="576985"/>
                </a:lnTo>
                <a:lnTo>
                  <a:pt x="1314075" y="323869"/>
                </a:lnTo>
                <a:lnTo>
                  <a:pt x="1258285" y="72816"/>
                </a:lnTo>
                <a:lnTo>
                  <a:pt x="1242104" y="0"/>
                </a:lnTo>
                <a:lnTo>
                  <a:pt x="1098162" y="0"/>
                </a:lnTo>
                <a:lnTo>
                  <a:pt x="1114727" y="74561"/>
                </a:lnTo>
                <a:lnTo>
                  <a:pt x="1170133" y="323869"/>
                </a:lnTo>
                <a:lnTo>
                  <a:pt x="1113282" y="579701"/>
                </a:lnTo>
                <a:lnTo>
                  <a:pt x="1098162" y="647738"/>
                </a:lnTo>
                <a:lnTo>
                  <a:pt x="1242104" y="647738"/>
                </a:lnTo>
                <a:moveTo>
                  <a:pt x="1113282" y="579701"/>
                </a:moveTo>
                <a:lnTo>
                  <a:pt x="1170133" y="323869"/>
                </a:lnTo>
                <a:lnTo>
                  <a:pt x="1114727" y="74561"/>
                </a:lnTo>
                <a:cubicBezTo>
                  <a:pt x="668646" y="99949"/>
                  <a:pt x="271984" y="309996"/>
                  <a:pt x="0" y="629457"/>
                </a:cubicBezTo>
                <a:lnTo>
                  <a:pt x="230103" y="741900"/>
                </a:lnTo>
                <a:lnTo>
                  <a:pt x="393579" y="944504"/>
                </a:lnTo>
                <a:cubicBezTo>
                  <a:pt x="572360" y="740311"/>
                  <a:pt x="826874" y="604100"/>
                  <a:pt x="1113282" y="579701"/>
                </a:cubicBez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59301" y="2147018"/>
            <a:ext cx="1314074" cy="944504"/>
          </a:xfrm>
          <a:custGeom>
            <a:avLst/>
            <a:gdLst/>
            <a:ahLst/>
            <a:cxnLst/>
            <a:rect l="0" t="0" r="0" b="0"/>
            <a:pathLst>
              <a:path w="1314074" h="944504">
                <a:moveTo>
                  <a:pt x="1242103" y="647738"/>
                </a:moveTo>
                <a:lnTo>
                  <a:pt x="1257826" y="576983"/>
                </a:lnTo>
                <a:lnTo>
                  <a:pt x="1314074" y="323869"/>
                </a:lnTo>
                <a:lnTo>
                  <a:pt x="1258284" y="72814"/>
                </a:lnTo>
                <a:lnTo>
                  <a:pt x="1242103" y="0"/>
                </a:lnTo>
                <a:lnTo>
                  <a:pt x="1098161" y="0"/>
                </a:lnTo>
                <a:lnTo>
                  <a:pt x="1114730" y="74564"/>
                </a:lnTo>
                <a:lnTo>
                  <a:pt x="1170132" y="323869"/>
                </a:lnTo>
                <a:lnTo>
                  <a:pt x="1113280" y="579703"/>
                </a:lnTo>
                <a:lnTo>
                  <a:pt x="1098161" y="647738"/>
                </a:lnTo>
                <a:lnTo>
                  <a:pt x="1242103" y="647738"/>
                </a:lnTo>
                <a:close/>
                <a:moveTo>
                  <a:pt x="1113280" y="579703"/>
                </a:moveTo>
                <a:lnTo>
                  <a:pt x="1170132" y="323869"/>
                </a:lnTo>
                <a:lnTo>
                  <a:pt x="1114730" y="74564"/>
                </a:lnTo>
                <a:cubicBezTo>
                  <a:pt x="668646" y="99949"/>
                  <a:pt x="271985" y="309998"/>
                  <a:pt x="0" y="629460"/>
                </a:cubicBezTo>
                <a:lnTo>
                  <a:pt x="230103" y="741901"/>
                </a:lnTo>
                <a:lnTo>
                  <a:pt x="393581" y="944504"/>
                </a:lnTo>
                <a:cubicBezTo>
                  <a:pt x="572360" y="740310"/>
                  <a:pt x="826873" y="604097"/>
                  <a:pt x="1113280" y="579703"/>
                </a:cubicBezTo>
                <a:close/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82060" y="2743261"/>
            <a:ext cx="815682" cy="1362583"/>
          </a:xfrm>
          <a:custGeom>
            <a:avLst/>
            <a:gdLst/>
            <a:ahLst/>
            <a:cxnLst/>
            <a:rect l="0" t="0" r="0" b="0"/>
            <a:pathLst>
              <a:path w="815682" h="1362583">
                <a:moveTo>
                  <a:pt x="815682" y="403858"/>
                </a:moveTo>
                <a:lnTo>
                  <a:pt x="770826" y="348261"/>
                </a:lnTo>
                <a:lnTo>
                  <a:pt x="607344" y="145657"/>
                </a:lnTo>
                <a:lnTo>
                  <a:pt x="377241" y="33220"/>
                </a:lnTo>
                <a:lnTo>
                  <a:pt x="309265" y="0"/>
                </a:lnTo>
                <a:lnTo>
                  <a:pt x="219517" y="112538"/>
                </a:lnTo>
                <a:lnTo>
                  <a:pt x="289215" y="146598"/>
                </a:lnTo>
                <a:lnTo>
                  <a:pt x="517602" y="258195"/>
                </a:lnTo>
                <a:lnTo>
                  <a:pt x="683016" y="463198"/>
                </a:lnTo>
                <a:lnTo>
                  <a:pt x="725940" y="516397"/>
                </a:lnTo>
                <a:lnTo>
                  <a:pt x="815682" y="403858"/>
                </a:lnTo>
                <a:moveTo>
                  <a:pt x="521033" y="1252276"/>
                </a:moveTo>
                <a:cubicBezTo>
                  <a:pt x="509710" y="1189595"/>
                  <a:pt x="503796" y="1125031"/>
                  <a:pt x="503796" y="1059088"/>
                </a:cubicBezTo>
                <a:cubicBezTo>
                  <a:pt x="503796" y="838827"/>
                  <a:pt x="569757" y="633968"/>
                  <a:pt x="683016" y="463198"/>
                </a:cubicBezTo>
                <a:lnTo>
                  <a:pt x="517602" y="258195"/>
                </a:lnTo>
                <a:lnTo>
                  <a:pt x="289215" y="146598"/>
                </a:lnTo>
                <a:cubicBezTo>
                  <a:pt x="107032" y="404512"/>
                  <a:pt x="0" y="719301"/>
                  <a:pt x="0" y="1059088"/>
                </a:cubicBezTo>
                <a:cubicBezTo>
                  <a:pt x="0" y="1162888"/>
                  <a:pt x="9985" y="1264355"/>
                  <a:pt x="29058" y="1362583"/>
                </a:cubicBezTo>
                <a:lnTo>
                  <a:pt x="258333" y="1253781"/>
                </a:lnTo>
                <a:lnTo>
                  <a:pt x="521033" y="1252276"/>
                </a:ln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82060" y="2743261"/>
            <a:ext cx="815685" cy="1362581"/>
          </a:xfrm>
          <a:custGeom>
            <a:avLst/>
            <a:gdLst/>
            <a:ahLst/>
            <a:cxnLst/>
            <a:rect l="0" t="0" r="0" b="0"/>
            <a:pathLst>
              <a:path w="815685" h="1362581">
                <a:moveTo>
                  <a:pt x="815685" y="403858"/>
                </a:moveTo>
                <a:lnTo>
                  <a:pt x="770824" y="348261"/>
                </a:lnTo>
                <a:lnTo>
                  <a:pt x="607347" y="145660"/>
                </a:lnTo>
                <a:lnTo>
                  <a:pt x="377243" y="33218"/>
                </a:lnTo>
                <a:lnTo>
                  <a:pt x="309262" y="0"/>
                </a:lnTo>
                <a:lnTo>
                  <a:pt x="219516" y="112538"/>
                </a:lnTo>
                <a:lnTo>
                  <a:pt x="289218" y="146598"/>
                </a:lnTo>
                <a:lnTo>
                  <a:pt x="517600" y="258198"/>
                </a:lnTo>
                <a:lnTo>
                  <a:pt x="683013" y="463197"/>
                </a:lnTo>
                <a:lnTo>
                  <a:pt x="725938" y="516396"/>
                </a:lnTo>
                <a:lnTo>
                  <a:pt x="815685" y="403858"/>
                </a:lnTo>
                <a:close/>
                <a:moveTo>
                  <a:pt x="521033" y="1252275"/>
                </a:moveTo>
                <a:cubicBezTo>
                  <a:pt x="509708" y="1189595"/>
                  <a:pt x="503796" y="1125032"/>
                  <a:pt x="503796" y="1059089"/>
                </a:cubicBezTo>
                <a:cubicBezTo>
                  <a:pt x="503796" y="838826"/>
                  <a:pt x="569760" y="633969"/>
                  <a:pt x="683013" y="463197"/>
                </a:cubicBezTo>
                <a:lnTo>
                  <a:pt x="517600" y="258198"/>
                </a:lnTo>
                <a:lnTo>
                  <a:pt x="289218" y="146598"/>
                </a:lnTo>
                <a:cubicBezTo>
                  <a:pt x="107030" y="404513"/>
                  <a:pt x="0" y="719302"/>
                  <a:pt x="0" y="1059089"/>
                </a:cubicBezTo>
                <a:cubicBezTo>
                  <a:pt x="0" y="1162889"/>
                  <a:pt x="9988" y="1264356"/>
                  <a:pt x="29055" y="1362581"/>
                </a:cubicBezTo>
                <a:lnTo>
                  <a:pt x="258334" y="1253781"/>
                </a:lnTo>
                <a:lnTo>
                  <a:pt x="521033" y="1252275"/>
                </a:lnTo>
                <a:close/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0658" y="3995141"/>
            <a:ext cx="1112412" cy="1210695"/>
          </a:xfrm>
          <a:custGeom>
            <a:avLst/>
            <a:gdLst/>
            <a:ahLst/>
            <a:cxnLst/>
            <a:rect l="0" t="0" r="0" b="0"/>
            <a:pathLst>
              <a:path w="1112412" h="1210695">
                <a:moveTo>
                  <a:pt x="631497" y="0"/>
                </a:moveTo>
                <a:lnTo>
                  <a:pt x="562434" y="395"/>
                </a:lnTo>
                <a:lnTo>
                  <a:pt x="299734" y="1901"/>
                </a:lnTo>
                <a:lnTo>
                  <a:pt x="70453" y="110703"/>
                </a:lnTo>
                <a:lnTo>
                  <a:pt x="0" y="144133"/>
                </a:lnTo>
                <a:lnTo>
                  <a:pt x="32027" y="284471"/>
                </a:lnTo>
                <a:lnTo>
                  <a:pt x="104207" y="250218"/>
                </a:lnTo>
                <a:lnTo>
                  <a:pt x="331762" y="142232"/>
                </a:lnTo>
                <a:lnTo>
                  <a:pt x="597694" y="140709"/>
                </a:lnTo>
                <a:lnTo>
                  <a:pt x="663530" y="140331"/>
                </a:lnTo>
                <a:lnTo>
                  <a:pt x="631497" y="0"/>
                </a:lnTo>
                <a:moveTo>
                  <a:pt x="948493" y="965670"/>
                </a:moveTo>
                <a:lnTo>
                  <a:pt x="1112412" y="757686"/>
                </a:lnTo>
                <a:cubicBezTo>
                  <a:pt x="870350" y="626932"/>
                  <a:pt x="683909" y="406401"/>
                  <a:pt x="597694" y="140709"/>
                </a:cubicBezTo>
                <a:lnTo>
                  <a:pt x="331762" y="142232"/>
                </a:lnTo>
                <a:lnTo>
                  <a:pt x="104207" y="250218"/>
                </a:lnTo>
                <a:cubicBezTo>
                  <a:pt x="225436" y="667026"/>
                  <a:pt x="513398" y="1012853"/>
                  <a:pt x="891084" y="1210695"/>
                </a:cubicBezTo>
                <a:lnTo>
                  <a:pt x="948493" y="965670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40658" y="3995141"/>
            <a:ext cx="1112411" cy="1210697"/>
          </a:xfrm>
          <a:custGeom>
            <a:avLst/>
            <a:gdLst/>
            <a:ahLst/>
            <a:cxnLst/>
            <a:rect l="0" t="0" r="0" b="0"/>
            <a:pathLst>
              <a:path w="1112411" h="1210697">
                <a:moveTo>
                  <a:pt x="631498" y="0"/>
                </a:moveTo>
                <a:lnTo>
                  <a:pt x="562432" y="395"/>
                </a:lnTo>
                <a:lnTo>
                  <a:pt x="299734" y="1901"/>
                </a:lnTo>
                <a:lnTo>
                  <a:pt x="70455" y="110702"/>
                </a:lnTo>
                <a:lnTo>
                  <a:pt x="0" y="144135"/>
                </a:lnTo>
                <a:lnTo>
                  <a:pt x="32030" y="284468"/>
                </a:lnTo>
                <a:lnTo>
                  <a:pt x="104208" y="250217"/>
                </a:lnTo>
                <a:lnTo>
                  <a:pt x="331764" y="142234"/>
                </a:lnTo>
                <a:lnTo>
                  <a:pt x="597694" y="140710"/>
                </a:lnTo>
                <a:lnTo>
                  <a:pt x="663528" y="140333"/>
                </a:lnTo>
                <a:lnTo>
                  <a:pt x="631498" y="0"/>
                </a:lnTo>
                <a:close/>
                <a:moveTo>
                  <a:pt x="948492" y="965670"/>
                </a:moveTo>
                <a:lnTo>
                  <a:pt x="1112411" y="757687"/>
                </a:lnTo>
                <a:cubicBezTo>
                  <a:pt x="870348" y="626929"/>
                  <a:pt x="683906" y="406401"/>
                  <a:pt x="597694" y="140710"/>
                </a:cubicBezTo>
                <a:lnTo>
                  <a:pt x="331764" y="142234"/>
                </a:lnTo>
                <a:lnTo>
                  <a:pt x="104208" y="250217"/>
                </a:lnTo>
                <a:cubicBezTo>
                  <a:pt x="225437" y="667026"/>
                  <a:pt x="513399" y="1012855"/>
                  <a:pt x="891087" y="1210697"/>
                </a:cubicBezTo>
                <a:lnTo>
                  <a:pt x="948492" y="965670"/>
                </a:lnTo>
                <a:close/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3474" y="4700240"/>
            <a:ext cx="1389446" cy="685469"/>
          </a:xfrm>
          <a:custGeom>
            <a:avLst/>
            <a:gdLst/>
            <a:ahLst/>
            <a:cxnLst/>
            <a:rect l="0" t="0" r="0" b="0"/>
            <a:pathLst>
              <a:path w="1389446" h="685469">
                <a:moveTo>
                  <a:pt x="281040" y="0"/>
                </a:moveTo>
                <a:lnTo>
                  <a:pt x="239597" y="52586"/>
                </a:lnTo>
                <a:lnTo>
                  <a:pt x="75677" y="260570"/>
                </a:lnTo>
                <a:lnTo>
                  <a:pt x="18274" y="505595"/>
                </a:lnTo>
                <a:lnTo>
                  <a:pt x="0" y="583594"/>
                </a:lnTo>
                <a:lnTo>
                  <a:pt x="129685" y="646047"/>
                </a:lnTo>
                <a:lnTo>
                  <a:pt x="148356" y="566357"/>
                </a:lnTo>
                <a:lnTo>
                  <a:pt x="205363" y="323023"/>
                </a:lnTo>
                <a:lnTo>
                  <a:pt x="371196" y="112616"/>
                </a:lnTo>
                <a:lnTo>
                  <a:pt x="410732" y="62452"/>
                </a:lnTo>
                <a:lnTo>
                  <a:pt x="281040" y="0"/>
                </a:lnTo>
                <a:moveTo>
                  <a:pt x="751946" y="685469"/>
                </a:moveTo>
                <a:cubicBezTo>
                  <a:pt x="978744" y="685469"/>
                  <a:pt x="1194399" y="637788"/>
                  <a:pt x="1389446" y="551897"/>
                </a:cubicBezTo>
                <a:lnTo>
                  <a:pt x="1233677" y="354252"/>
                </a:lnTo>
                <a:lnTo>
                  <a:pt x="1173258" y="96369"/>
                </a:lnTo>
                <a:cubicBezTo>
                  <a:pt x="1043806" y="151294"/>
                  <a:pt x="901424" y="181672"/>
                  <a:pt x="751946" y="181672"/>
                </a:cubicBezTo>
                <a:cubicBezTo>
                  <a:pt x="617924" y="181672"/>
                  <a:pt x="489606" y="157250"/>
                  <a:pt x="371196" y="112616"/>
                </a:cubicBezTo>
                <a:lnTo>
                  <a:pt x="205363" y="323023"/>
                </a:lnTo>
                <a:lnTo>
                  <a:pt x="148356" y="566357"/>
                </a:lnTo>
                <a:cubicBezTo>
                  <a:pt x="334370" y="643120"/>
                  <a:pt x="538216" y="685469"/>
                  <a:pt x="751946" y="685469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13474" y="4700240"/>
            <a:ext cx="1389446" cy="685469"/>
          </a:xfrm>
          <a:custGeom>
            <a:avLst/>
            <a:gdLst/>
            <a:ahLst/>
            <a:cxnLst/>
            <a:rect l="0" t="0" r="0" b="0"/>
            <a:pathLst>
              <a:path w="1389446" h="685469">
                <a:moveTo>
                  <a:pt x="281042" y="0"/>
                </a:moveTo>
                <a:lnTo>
                  <a:pt x="239597" y="52586"/>
                </a:lnTo>
                <a:lnTo>
                  <a:pt x="75678" y="260568"/>
                </a:lnTo>
                <a:lnTo>
                  <a:pt x="18272" y="505596"/>
                </a:lnTo>
                <a:lnTo>
                  <a:pt x="0" y="583591"/>
                </a:lnTo>
                <a:lnTo>
                  <a:pt x="129686" y="646045"/>
                </a:lnTo>
                <a:lnTo>
                  <a:pt x="148356" y="566358"/>
                </a:lnTo>
                <a:lnTo>
                  <a:pt x="205364" y="323022"/>
                </a:lnTo>
                <a:lnTo>
                  <a:pt x="371197" y="112614"/>
                </a:lnTo>
                <a:lnTo>
                  <a:pt x="410730" y="62453"/>
                </a:lnTo>
                <a:lnTo>
                  <a:pt x="281042" y="0"/>
                </a:lnTo>
                <a:close/>
                <a:moveTo>
                  <a:pt x="751946" y="685469"/>
                </a:moveTo>
                <a:cubicBezTo>
                  <a:pt x="978742" y="685469"/>
                  <a:pt x="1194402" y="637786"/>
                  <a:pt x="1389446" y="551897"/>
                </a:cubicBezTo>
                <a:lnTo>
                  <a:pt x="1233675" y="354254"/>
                </a:lnTo>
                <a:lnTo>
                  <a:pt x="1173258" y="96370"/>
                </a:lnTo>
                <a:cubicBezTo>
                  <a:pt x="1043808" y="151293"/>
                  <a:pt x="901425" y="181673"/>
                  <a:pt x="751946" y="181673"/>
                </a:cubicBezTo>
                <a:cubicBezTo>
                  <a:pt x="617923" y="181673"/>
                  <a:pt x="489604" y="157250"/>
                  <a:pt x="371197" y="112614"/>
                </a:cubicBezTo>
                <a:lnTo>
                  <a:pt x="205364" y="323022"/>
                </a:lnTo>
                <a:lnTo>
                  <a:pt x="148356" y="566358"/>
                </a:lnTo>
                <a:cubicBezTo>
                  <a:pt x="334373" y="643121"/>
                  <a:pt x="538214" y="685469"/>
                  <a:pt x="751946" y="685469"/>
                </a:cubicBezTo>
                <a:close/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71468" y="4094845"/>
            <a:ext cx="1124605" cy="1220225"/>
          </a:xfrm>
          <a:custGeom>
            <a:avLst/>
            <a:gdLst/>
            <a:ahLst/>
            <a:cxnLst/>
            <a:rect l="0" t="0" r="0" b="0"/>
            <a:pathLst>
              <a:path w="1124605" h="1220225">
                <a:moveTo>
                  <a:pt x="0" y="636630"/>
                </a:moveTo>
                <a:lnTo>
                  <a:pt x="15263" y="701770"/>
                </a:lnTo>
                <a:lnTo>
                  <a:pt x="75677" y="959654"/>
                </a:lnTo>
                <a:lnTo>
                  <a:pt x="231446" y="1157298"/>
                </a:lnTo>
                <a:lnTo>
                  <a:pt x="281046" y="1220225"/>
                </a:lnTo>
                <a:lnTo>
                  <a:pt x="410732" y="1157766"/>
                </a:lnTo>
                <a:lnTo>
                  <a:pt x="360082" y="1093508"/>
                </a:lnTo>
                <a:lnTo>
                  <a:pt x="205363" y="897201"/>
                </a:lnTo>
                <a:lnTo>
                  <a:pt x="144277" y="636462"/>
                </a:lnTo>
                <a:lnTo>
                  <a:pt x="129685" y="574178"/>
                </a:lnTo>
                <a:lnTo>
                  <a:pt x="0" y="636630"/>
                </a:lnTo>
                <a:moveTo>
                  <a:pt x="870926" y="112706"/>
                </a:moveTo>
                <a:lnTo>
                  <a:pt x="633422" y="0"/>
                </a:lnTo>
                <a:cubicBezTo>
                  <a:pt x="557696" y="269657"/>
                  <a:pt x="379868" y="496593"/>
                  <a:pt x="144277" y="636462"/>
                </a:cubicBezTo>
                <a:lnTo>
                  <a:pt x="205363" y="897201"/>
                </a:lnTo>
                <a:lnTo>
                  <a:pt x="360082" y="1093508"/>
                </a:lnTo>
                <a:cubicBezTo>
                  <a:pt x="732562" y="887173"/>
                  <a:pt x="1013080" y="535049"/>
                  <a:pt x="1124605" y="114157"/>
                </a:cubicBezTo>
                <a:lnTo>
                  <a:pt x="870926" y="112706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71468" y="4094845"/>
            <a:ext cx="1124603" cy="1220222"/>
          </a:xfrm>
          <a:custGeom>
            <a:avLst/>
            <a:gdLst/>
            <a:ahLst/>
            <a:cxnLst/>
            <a:rect l="0" t="0" r="0" b="0"/>
            <a:pathLst>
              <a:path w="1124603" h="1220222">
                <a:moveTo>
                  <a:pt x="0" y="636630"/>
                </a:moveTo>
                <a:lnTo>
                  <a:pt x="15260" y="701770"/>
                </a:lnTo>
                <a:lnTo>
                  <a:pt x="75678" y="959653"/>
                </a:lnTo>
                <a:lnTo>
                  <a:pt x="231448" y="1157296"/>
                </a:lnTo>
                <a:lnTo>
                  <a:pt x="281043" y="1220222"/>
                </a:lnTo>
                <a:lnTo>
                  <a:pt x="410730" y="1157768"/>
                </a:lnTo>
                <a:lnTo>
                  <a:pt x="360082" y="1093506"/>
                </a:lnTo>
                <a:lnTo>
                  <a:pt x="205365" y="897199"/>
                </a:lnTo>
                <a:lnTo>
                  <a:pt x="144280" y="636463"/>
                </a:lnTo>
                <a:lnTo>
                  <a:pt x="129687" y="574176"/>
                </a:lnTo>
                <a:lnTo>
                  <a:pt x="0" y="636630"/>
                </a:lnTo>
                <a:close/>
                <a:moveTo>
                  <a:pt x="870924" y="112703"/>
                </a:moveTo>
                <a:lnTo>
                  <a:pt x="633421" y="0"/>
                </a:lnTo>
                <a:cubicBezTo>
                  <a:pt x="557698" y="269657"/>
                  <a:pt x="379868" y="496595"/>
                  <a:pt x="144280" y="636463"/>
                </a:cubicBezTo>
                <a:lnTo>
                  <a:pt x="205365" y="897199"/>
                </a:lnTo>
                <a:lnTo>
                  <a:pt x="360082" y="1093506"/>
                </a:lnTo>
                <a:cubicBezTo>
                  <a:pt x="732562" y="887171"/>
                  <a:pt x="1013077" y="535046"/>
                  <a:pt x="1124603" y="114157"/>
                </a:cubicBezTo>
                <a:lnTo>
                  <a:pt x="870924" y="112703"/>
                </a:lnTo>
                <a:close/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2008" y="2858487"/>
            <a:ext cx="764181" cy="1350960"/>
          </a:xfrm>
          <a:custGeom>
            <a:avLst/>
            <a:gdLst/>
            <a:ahLst/>
            <a:cxnLst/>
            <a:rect l="0" t="0" r="0" b="0"/>
            <a:pathLst>
              <a:path w="764181" h="1350960">
                <a:moveTo>
                  <a:pt x="100651" y="1206826"/>
                </a:moveTo>
                <a:lnTo>
                  <a:pt x="162882" y="1236358"/>
                </a:lnTo>
                <a:lnTo>
                  <a:pt x="400386" y="1349059"/>
                </a:lnTo>
                <a:lnTo>
                  <a:pt x="654065" y="1350516"/>
                </a:lnTo>
                <a:lnTo>
                  <a:pt x="732148" y="1350960"/>
                </a:lnTo>
                <a:lnTo>
                  <a:pt x="764181" y="1210629"/>
                </a:lnTo>
                <a:lnTo>
                  <a:pt x="684467" y="1210173"/>
                </a:lnTo>
                <a:lnTo>
                  <a:pt x="432413" y="1208727"/>
                </a:lnTo>
                <a:lnTo>
                  <a:pt x="192492" y="1094875"/>
                </a:lnTo>
                <a:lnTo>
                  <a:pt x="132678" y="1066495"/>
                </a:lnTo>
                <a:lnTo>
                  <a:pt x="100651" y="1206826"/>
                </a:lnTo>
                <a:moveTo>
                  <a:pt x="0" y="313613"/>
                </a:moveTo>
                <a:cubicBezTo>
                  <a:pt x="127730" y="490949"/>
                  <a:pt x="202970" y="708619"/>
                  <a:pt x="202970" y="943862"/>
                </a:cubicBezTo>
                <a:cubicBezTo>
                  <a:pt x="202970" y="995112"/>
                  <a:pt x="199401" y="1045533"/>
                  <a:pt x="192492" y="1094875"/>
                </a:cubicBezTo>
                <a:lnTo>
                  <a:pt x="432413" y="1208727"/>
                </a:lnTo>
                <a:lnTo>
                  <a:pt x="684467" y="1210173"/>
                </a:lnTo>
                <a:cubicBezTo>
                  <a:pt x="699131" y="1123592"/>
                  <a:pt x="706766" y="1034618"/>
                  <a:pt x="706766" y="943862"/>
                </a:cubicBezTo>
                <a:cubicBezTo>
                  <a:pt x="706766" y="590173"/>
                  <a:pt x="590797" y="263569"/>
                  <a:pt x="394808" y="0"/>
                </a:cubicBezTo>
                <a:lnTo>
                  <a:pt x="234043" y="199245"/>
                </a:lnTo>
                <a:lnTo>
                  <a:pt x="0" y="313613"/>
                </a:ln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42008" y="2858487"/>
            <a:ext cx="764179" cy="1350961"/>
          </a:xfrm>
          <a:custGeom>
            <a:avLst/>
            <a:gdLst/>
            <a:ahLst/>
            <a:cxnLst/>
            <a:rect l="0" t="0" r="0" b="0"/>
            <a:pathLst>
              <a:path w="764179" h="1350961">
                <a:moveTo>
                  <a:pt x="100650" y="1206826"/>
                </a:moveTo>
                <a:lnTo>
                  <a:pt x="162881" y="1236356"/>
                </a:lnTo>
                <a:lnTo>
                  <a:pt x="400385" y="1349060"/>
                </a:lnTo>
                <a:lnTo>
                  <a:pt x="654064" y="1350514"/>
                </a:lnTo>
                <a:lnTo>
                  <a:pt x="732148" y="1350961"/>
                </a:lnTo>
                <a:lnTo>
                  <a:pt x="764179" y="1210628"/>
                </a:lnTo>
                <a:lnTo>
                  <a:pt x="684470" y="1210171"/>
                </a:lnTo>
                <a:lnTo>
                  <a:pt x="432415" y="1208727"/>
                </a:lnTo>
                <a:lnTo>
                  <a:pt x="192494" y="1094877"/>
                </a:lnTo>
                <a:lnTo>
                  <a:pt x="132680" y="1066492"/>
                </a:lnTo>
                <a:lnTo>
                  <a:pt x="100650" y="1206826"/>
                </a:lnTo>
                <a:close/>
                <a:moveTo>
                  <a:pt x="0" y="313610"/>
                </a:moveTo>
                <a:cubicBezTo>
                  <a:pt x="127731" y="490952"/>
                  <a:pt x="202973" y="708622"/>
                  <a:pt x="202973" y="943865"/>
                </a:cubicBezTo>
                <a:cubicBezTo>
                  <a:pt x="202973" y="995115"/>
                  <a:pt x="199402" y="1045530"/>
                  <a:pt x="192494" y="1094877"/>
                </a:cubicBezTo>
                <a:lnTo>
                  <a:pt x="432415" y="1208727"/>
                </a:lnTo>
                <a:lnTo>
                  <a:pt x="684470" y="1210171"/>
                </a:lnTo>
                <a:cubicBezTo>
                  <a:pt x="699134" y="1123591"/>
                  <a:pt x="706769" y="1034620"/>
                  <a:pt x="706769" y="943865"/>
                </a:cubicBezTo>
                <a:cubicBezTo>
                  <a:pt x="706769" y="590173"/>
                  <a:pt x="590799" y="263568"/>
                  <a:pt x="394810" y="0"/>
                </a:cubicBezTo>
                <a:lnTo>
                  <a:pt x="234041" y="199245"/>
                </a:lnTo>
                <a:lnTo>
                  <a:pt x="0" y="313610"/>
                </a:lnTo>
                <a:close/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125" y="2219835"/>
            <a:ext cx="1267264" cy="983554"/>
          </a:xfrm>
          <a:custGeom>
            <a:avLst/>
            <a:gdLst/>
            <a:ahLst/>
            <a:cxnLst/>
            <a:rect l="0" t="0" r="0" b="0"/>
            <a:pathLst>
              <a:path w="1267264" h="983554">
                <a:moveTo>
                  <a:pt x="760840" y="983554"/>
                </a:moveTo>
                <a:lnTo>
                  <a:pt x="824882" y="952265"/>
                </a:lnTo>
                <a:lnTo>
                  <a:pt x="1058926" y="837897"/>
                </a:lnTo>
                <a:lnTo>
                  <a:pt x="1219691" y="638652"/>
                </a:lnTo>
                <a:lnTo>
                  <a:pt x="1267264" y="579701"/>
                </a:lnTo>
                <a:lnTo>
                  <a:pt x="1177516" y="467163"/>
                </a:lnTo>
                <a:lnTo>
                  <a:pt x="1128900" y="527415"/>
                </a:lnTo>
                <a:lnTo>
                  <a:pt x="969178" y="725359"/>
                </a:lnTo>
                <a:lnTo>
                  <a:pt x="732784" y="840872"/>
                </a:lnTo>
                <a:lnTo>
                  <a:pt x="671093" y="871022"/>
                </a:lnTo>
                <a:lnTo>
                  <a:pt x="760840" y="983554"/>
                </a:lnTo>
                <a:moveTo>
                  <a:pt x="56245" y="251052"/>
                </a:moveTo>
                <a:lnTo>
                  <a:pt x="0" y="504168"/>
                </a:lnTo>
                <a:cubicBezTo>
                  <a:pt x="288315" y="517764"/>
                  <a:pt x="547033" y="644457"/>
                  <a:pt x="732784" y="840872"/>
                </a:cubicBezTo>
                <a:lnTo>
                  <a:pt x="969178" y="725359"/>
                </a:lnTo>
                <a:lnTo>
                  <a:pt x="1128900" y="527415"/>
                </a:lnTo>
                <a:cubicBezTo>
                  <a:pt x="849748" y="215277"/>
                  <a:pt x="448636" y="14508"/>
                  <a:pt x="455" y="0"/>
                </a:cubicBezTo>
                <a:lnTo>
                  <a:pt x="56245" y="251052"/>
                </a:ln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125" y="2219835"/>
            <a:ext cx="1267261" cy="983557"/>
          </a:xfrm>
          <a:custGeom>
            <a:avLst/>
            <a:gdLst/>
            <a:ahLst/>
            <a:cxnLst/>
            <a:rect l="0" t="0" r="0" b="0"/>
            <a:pathLst>
              <a:path w="1267261" h="983557">
                <a:moveTo>
                  <a:pt x="760838" y="983557"/>
                </a:moveTo>
                <a:lnTo>
                  <a:pt x="824882" y="952263"/>
                </a:lnTo>
                <a:lnTo>
                  <a:pt x="1058923" y="837897"/>
                </a:lnTo>
                <a:lnTo>
                  <a:pt x="1219692" y="638652"/>
                </a:lnTo>
                <a:lnTo>
                  <a:pt x="1267261" y="579699"/>
                </a:lnTo>
                <a:lnTo>
                  <a:pt x="1177515" y="467160"/>
                </a:lnTo>
                <a:lnTo>
                  <a:pt x="1128898" y="527412"/>
                </a:lnTo>
                <a:lnTo>
                  <a:pt x="969176" y="725359"/>
                </a:lnTo>
                <a:lnTo>
                  <a:pt x="732784" y="840873"/>
                </a:lnTo>
                <a:lnTo>
                  <a:pt x="671093" y="871019"/>
                </a:lnTo>
                <a:lnTo>
                  <a:pt x="760838" y="983557"/>
                </a:lnTo>
                <a:close/>
                <a:moveTo>
                  <a:pt x="56247" y="251055"/>
                </a:moveTo>
                <a:lnTo>
                  <a:pt x="0" y="504170"/>
                </a:lnTo>
                <a:cubicBezTo>
                  <a:pt x="288313" y="517766"/>
                  <a:pt x="547031" y="644457"/>
                  <a:pt x="732784" y="840873"/>
                </a:cubicBezTo>
                <a:lnTo>
                  <a:pt x="969176" y="725359"/>
                </a:lnTo>
                <a:lnTo>
                  <a:pt x="1128898" y="527412"/>
                </a:lnTo>
                <a:cubicBezTo>
                  <a:pt x="849748" y="215274"/>
                  <a:pt x="448639" y="14507"/>
                  <a:pt x="457" y="0"/>
                </a:cubicBezTo>
                <a:lnTo>
                  <a:pt x="56247" y="251055"/>
                </a:lnTo>
                <a:close/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295" y="2464889"/>
            <a:ext cx="276455" cy="275971"/>
          </a:xfrm>
          <a:custGeom>
            <a:avLst/>
            <a:gdLst/>
            <a:ahLst/>
            <a:cxnLst/>
            <a:rect l="0" t="0" r="0" b="0"/>
            <a:pathLst>
              <a:path w="276455" h="275971">
                <a:moveTo>
                  <a:pt x="192942" y="94450"/>
                </a:moveTo>
                <a:lnTo>
                  <a:pt x="31590" y="94450"/>
                </a:lnTo>
                <a:cubicBezTo>
                  <a:pt x="20451" y="94450"/>
                  <a:pt x="11421" y="103480"/>
                  <a:pt x="11421" y="114619"/>
                </a:cubicBezTo>
                <a:lnTo>
                  <a:pt x="11421" y="215464"/>
                </a:lnTo>
                <a:cubicBezTo>
                  <a:pt x="11421" y="226602"/>
                  <a:pt x="20451" y="235632"/>
                  <a:pt x="31590" y="235632"/>
                </a:cubicBezTo>
                <a:lnTo>
                  <a:pt x="192942" y="235632"/>
                </a:lnTo>
                <a:cubicBezTo>
                  <a:pt x="204080" y="235632"/>
                  <a:pt x="213110" y="226602"/>
                  <a:pt x="213110" y="215464"/>
                </a:cubicBezTo>
                <a:lnTo>
                  <a:pt x="213110" y="114619"/>
                </a:lnTo>
                <a:cubicBezTo>
                  <a:pt x="213110" y="103480"/>
                  <a:pt x="204080" y="94450"/>
                  <a:pt x="192942" y="94450"/>
                </a:cubicBezTo>
                <a:close/>
                <a:moveTo>
                  <a:pt x="112267" y="235632"/>
                </a:moveTo>
                <a:lnTo>
                  <a:pt x="112267" y="275971"/>
                </a:lnTo>
                <a:moveTo>
                  <a:pt x="82009" y="275970"/>
                </a:moveTo>
                <a:lnTo>
                  <a:pt x="142516" y="275970"/>
                </a:lnTo>
                <a:moveTo>
                  <a:pt x="213110" y="197015"/>
                </a:moveTo>
                <a:lnTo>
                  <a:pt x="11421" y="197015"/>
                </a:lnTo>
                <a:moveTo>
                  <a:pt x="0" y="0"/>
                </a:moveTo>
                <a:moveTo>
                  <a:pt x="60081" y="54495"/>
                </a:moveTo>
                <a:lnTo>
                  <a:pt x="60081" y="35892"/>
                </a:lnTo>
                <a:cubicBezTo>
                  <a:pt x="60081" y="22642"/>
                  <a:pt x="70822" y="11901"/>
                  <a:pt x="84071" y="11901"/>
                </a:cubicBezTo>
                <a:lnTo>
                  <a:pt x="252465" y="11901"/>
                </a:lnTo>
                <a:cubicBezTo>
                  <a:pt x="265715" y="11901"/>
                  <a:pt x="276455" y="22642"/>
                  <a:pt x="276455" y="35892"/>
                </a:cubicBezTo>
                <a:lnTo>
                  <a:pt x="276455" y="153019"/>
                </a:lnTo>
                <a:cubicBezTo>
                  <a:pt x="276455" y="166269"/>
                  <a:pt x="265715" y="177010"/>
                  <a:pt x="252465" y="177010"/>
                </a:cubicBezTo>
                <a:lnTo>
                  <a:pt x="249083" y="177010"/>
                </a:lnTo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2982" y="2356933"/>
            <a:ext cx="81717" cy="215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5784" y="2488880"/>
            <a:ext cx="275913" cy="275888"/>
          </a:xfrm>
          <a:custGeom>
            <a:avLst/>
            <a:gdLst/>
            <a:ahLst/>
            <a:cxnLst/>
            <a:rect l="0" t="0" r="0" b="0"/>
            <a:pathLst>
              <a:path w="275913" h="275888">
                <a:moveTo>
                  <a:pt x="60000" y="161934"/>
                </a:moveTo>
                <a:lnTo>
                  <a:pt x="60000" y="125949"/>
                </a:lnTo>
                <a:moveTo>
                  <a:pt x="117864" y="146113"/>
                </a:moveTo>
                <a:cubicBezTo>
                  <a:pt x="109960" y="117113"/>
                  <a:pt x="81809" y="98443"/>
                  <a:pt x="52019" y="102443"/>
                </a:cubicBezTo>
                <a:cubicBezTo>
                  <a:pt x="22228" y="106442"/>
                  <a:pt x="0" y="131876"/>
                  <a:pt x="24" y="161934"/>
                </a:cubicBezTo>
                <a:lnTo>
                  <a:pt x="24" y="203917"/>
                </a:lnTo>
                <a:lnTo>
                  <a:pt x="30012" y="203917"/>
                </a:lnTo>
                <a:lnTo>
                  <a:pt x="36010" y="275888"/>
                </a:lnTo>
                <a:lnTo>
                  <a:pt x="83990" y="275888"/>
                </a:lnTo>
                <a:lnTo>
                  <a:pt x="89988" y="203917"/>
                </a:lnTo>
                <a:lnTo>
                  <a:pt x="101983" y="203917"/>
                </a:lnTo>
                <a:moveTo>
                  <a:pt x="101587" y="36309"/>
                </a:moveTo>
                <a:cubicBezTo>
                  <a:pt x="92872" y="40054"/>
                  <a:pt x="83484" y="41985"/>
                  <a:pt x="73998" y="41983"/>
                </a:cubicBezTo>
                <a:cubicBezTo>
                  <a:pt x="55072" y="41986"/>
                  <a:pt x="36959" y="34292"/>
                  <a:pt x="23822" y="20667"/>
                </a:cubicBezTo>
                <a:moveTo>
                  <a:pt x="18017" y="41983"/>
                </a:moveTo>
                <a:cubicBezTo>
                  <a:pt x="18017" y="65169"/>
                  <a:pt x="36813" y="83966"/>
                  <a:pt x="60000" y="83966"/>
                </a:cubicBezTo>
                <a:cubicBezTo>
                  <a:pt x="83186" y="83966"/>
                  <a:pt x="101983" y="65169"/>
                  <a:pt x="101983" y="41983"/>
                </a:cubicBezTo>
                <a:cubicBezTo>
                  <a:pt x="101983" y="18796"/>
                  <a:pt x="83186" y="0"/>
                  <a:pt x="60000" y="0"/>
                </a:cubicBezTo>
                <a:cubicBezTo>
                  <a:pt x="36813" y="0"/>
                  <a:pt x="18017" y="18796"/>
                  <a:pt x="18017" y="41983"/>
                </a:cubicBezTo>
                <a:moveTo>
                  <a:pt x="143966" y="167932"/>
                </a:moveTo>
                <a:lnTo>
                  <a:pt x="263917" y="167932"/>
                </a:lnTo>
                <a:cubicBezTo>
                  <a:pt x="263917" y="167932"/>
                  <a:pt x="275913" y="167932"/>
                  <a:pt x="275913" y="179927"/>
                </a:cubicBezTo>
                <a:lnTo>
                  <a:pt x="275913" y="263893"/>
                </a:lnTo>
                <a:cubicBezTo>
                  <a:pt x="275913" y="263893"/>
                  <a:pt x="275913" y="275888"/>
                  <a:pt x="263917" y="275888"/>
                </a:cubicBezTo>
                <a:lnTo>
                  <a:pt x="143966" y="275888"/>
                </a:lnTo>
                <a:cubicBezTo>
                  <a:pt x="143966" y="275888"/>
                  <a:pt x="131971" y="275888"/>
                  <a:pt x="131971" y="263893"/>
                </a:cubicBezTo>
                <a:lnTo>
                  <a:pt x="131971" y="179927"/>
                </a:lnTo>
                <a:cubicBezTo>
                  <a:pt x="131971" y="179927"/>
                  <a:pt x="131971" y="167932"/>
                  <a:pt x="143966" y="167932"/>
                </a:cubicBezTo>
                <a:moveTo>
                  <a:pt x="131971" y="215912"/>
                </a:moveTo>
                <a:lnTo>
                  <a:pt x="275913" y="215912"/>
                </a:lnTo>
                <a:moveTo>
                  <a:pt x="203942" y="215912"/>
                </a:moveTo>
                <a:lnTo>
                  <a:pt x="203942" y="233905"/>
                </a:lnTo>
                <a:moveTo>
                  <a:pt x="214521" y="143941"/>
                </a:moveTo>
                <a:cubicBezTo>
                  <a:pt x="219064" y="143944"/>
                  <a:pt x="223215" y="146512"/>
                  <a:pt x="225245" y="150575"/>
                </a:cubicBezTo>
                <a:lnTo>
                  <a:pt x="233930" y="167932"/>
                </a:lnTo>
                <a:lnTo>
                  <a:pt x="173954" y="167932"/>
                </a:lnTo>
                <a:lnTo>
                  <a:pt x="182638" y="150575"/>
                </a:lnTo>
                <a:cubicBezTo>
                  <a:pt x="184669" y="146512"/>
                  <a:pt x="188820" y="143944"/>
                  <a:pt x="193362" y="143941"/>
                </a:cubicBezTo>
                <a:close/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3777" y="1760174"/>
            <a:ext cx="933001" cy="4318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ACG BA Initiates P#
Request via Contractor
Onboarding Form
through SNOW.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0874" y="5862517"/>
            <a:ext cx="962239" cy="5397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484848"/>
                </a:solidFill>
                <a:latin typeface="Roboto"/>
              </a:rPr>
              <a:t>TCS Transformation
team to update existing
New PC Request form
with Cascading
Dropdowns in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283" y="2968686"/>
            <a:ext cx="895420" cy="14394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2BD39"/>
                </a:solidFill>
                <a:latin typeface="Roboto"/>
              </a:rPr>
              <a:t>Create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5136" y="3076642"/>
            <a:ext cx="691598" cy="14394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DE58A9"/>
                </a:solidFill>
                <a:latin typeface="Roboto"/>
              </a:rPr>
              <a:t>TSGUI (OSD)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6583" y="3376521"/>
            <a:ext cx="275888" cy="275888"/>
          </a:xfrm>
          <a:custGeom>
            <a:avLst/>
            <a:gdLst/>
            <a:ahLst/>
            <a:cxnLst/>
            <a:rect l="0" t="0" r="0" b="0"/>
            <a:pathLst>
              <a:path w="275888" h="275888">
                <a:moveTo>
                  <a:pt x="159403" y="0"/>
                </a:moveTo>
                <a:lnTo>
                  <a:pt x="263629" y="0"/>
                </a:lnTo>
                <a:cubicBezTo>
                  <a:pt x="263629" y="0"/>
                  <a:pt x="275888" y="0"/>
                  <a:pt x="275888" y="12259"/>
                </a:cubicBezTo>
                <a:lnTo>
                  <a:pt x="275888" y="110355"/>
                </a:lnTo>
                <a:cubicBezTo>
                  <a:pt x="275888" y="110355"/>
                  <a:pt x="275888" y="122614"/>
                  <a:pt x="263629" y="122614"/>
                </a:cubicBezTo>
                <a:lnTo>
                  <a:pt x="159403" y="122614"/>
                </a:lnTo>
                <a:cubicBezTo>
                  <a:pt x="159403" y="122614"/>
                  <a:pt x="147144" y="122614"/>
                  <a:pt x="147144" y="110355"/>
                </a:cubicBezTo>
                <a:lnTo>
                  <a:pt x="147144" y="12259"/>
                </a:lnTo>
                <a:cubicBezTo>
                  <a:pt x="147144" y="12259"/>
                  <a:pt x="147144" y="0"/>
                  <a:pt x="159403" y="0"/>
                </a:cubicBezTo>
                <a:moveTo>
                  <a:pt x="147144" y="41755"/>
                </a:moveTo>
                <a:lnTo>
                  <a:pt x="275888" y="41755"/>
                </a:lnTo>
                <a:moveTo>
                  <a:pt x="147144" y="82190"/>
                </a:moveTo>
                <a:lnTo>
                  <a:pt x="275888" y="82190"/>
                </a:lnTo>
                <a:moveTo>
                  <a:pt x="205369" y="41755"/>
                </a:moveTo>
                <a:lnTo>
                  <a:pt x="205369" y="122614"/>
                </a:lnTo>
                <a:moveTo>
                  <a:pt x="239891" y="41755"/>
                </a:moveTo>
                <a:lnTo>
                  <a:pt x="239891" y="122614"/>
                </a:lnTo>
                <a:moveTo>
                  <a:pt x="55177" y="75569"/>
                </a:moveTo>
                <a:lnTo>
                  <a:pt x="27588" y="101958"/>
                </a:lnTo>
                <a:lnTo>
                  <a:pt x="27588" y="75569"/>
                </a:lnTo>
                <a:cubicBezTo>
                  <a:pt x="27982" y="55647"/>
                  <a:pt x="44455" y="39818"/>
                  <a:pt x="64378" y="40219"/>
                </a:cubicBezTo>
                <a:lnTo>
                  <a:pt x="110355" y="40219"/>
                </a:lnTo>
                <a:moveTo>
                  <a:pt x="0" y="75569"/>
                </a:moveTo>
                <a:lnTo>
                  <a:pt x="27588" y="102018"/>
                </a:lnTo>
                <a:moveTo>
                  <a:pt x="82766" y="13734"/>
                </a:moveTo>
                <a:lnTo>
                  <a:pt x="110355" y="40219"/>
                </a:lnTo>
                <a:lnTo>
                  <a:pt x="82766" y="66705"/>
                </a:lnTo>
                <a:moveTo>
                  <a:pt x="12259" y="134873"/>
                </a:moveTo>
                <a:lnTo>
                  <a:pt x="79707" y="134873"/>
                </a:lnTo>
                <a:cubicBezTo>
                  <a:pt x="79707" y="134873"/>
                  <a:pt x="91966" y="134873"/>
                  <a:pt x="91966" y="147132"/>
                </a:cubicBezTo>
                <a:lnTo>
                  <a:pt x="91966" y="263629"/>
                </a:lnTo>
                <a:cubicBezTo>
                  <a:pt x="91966" y="263629"/>
                  <a:pt x="91966" y="275888"/>
                  <a:pt x="79707" y="275888"/>
                </a:cubicBezTo>
                <a:lnTo>
                  <a:pt x="12259" y="275888"/>
                </a:lnTo>
                <a:cubicBezTo>
                  <a:pt x="12259" y="275888"/>
                  <a:pt x="0" y="275888"/>
                  <a:pt x="0" y="263629"/>
                </a:cubicBezTo>
                <a:lnTo>
                  <a:pt x="0" y="147132"/>
                </a:lnTo>
                <a:cubicBezTo>
                  <a:pt x="0" y="147132"/>
                  <a:pt x="0" y="134873"/>
                  <a:pt x="12259" y="134873"/>
                </a:cubicBezTo>
                <a:moveTo>
                  <a:pt x="0" y="239099"/>
                </a:moveTo>
                <a:lnTo>
                  <a:pt x="91966" y="239099"/>
                </a:lnTo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35530" y="3406509"/>
            <a:ext cx="277085" cy="268022"/>
          </a:xfrm>
          <a:custGeom>
            <a:avLst/>
            <a:gdLst/>
            <a:ahLst/>
            <a:cxnLst/>
            <a:rect l="0" t="0" r="0" b="0"/>
            <a:pathLst>
              <a:path w="277085" h="268022">
                <a:moveTo>
                  <a:pt x="143938" y="138394"/>
                </a:moveTo>
                <a:cubicBezTo>
                  <a:pt x="129810" y="138394"/>
                  <a:pt x="118358" y="126941"/>
                  <a:pt x="118358" y="112813"/>
                </a:cubicBezTo>
                <a:cubicBezTo>
                  <a:pt x="118358" y="98686"/>
                  <a:pt x="129810" y="87234"/>
                  <a:pt x="143938" y="87234"/>
                </a:cubicBezTo>
                <a:cubicBezTo>
                  <a:pt x="158064" y="87234"/>
                  <a:pt x="169517" y="98686"/>
                  <a:pt x="169517" y="112813"/>
                </a:cubicBezTo>
                <a:cubicBezTo>
                  <a:pt x="169517" y="126941"/>
                  <a:pt x="158064" y="138394"/>
                  <a:pt x="143938" y="138394"/>
                </a:cubicBezTo>
                <a:close/>
                <a:moveTo>
                  <a:pt x="186810" y="178174"/>
                </a:moveTo>
                <a:cubicBezTo>
                  <a:pt x="181209" y="159825"/>
                  <a:pt x="163864" y="146067"/>
                  <a:pt x="143939" y="146067"/>
                </a:cubicBezTo>
                <a:cubicBezTo>
                  <a:pt x="124014" y="146067"/>
                  <a:pt x="106669" y="159825"/>
                  <a:pt x="101068" y="178174"/>
                </a:cubicBezTo>
                <a:moveTo>
                  <a:pt x="54613" y="139527"/>
                </a:moveTo>
                <a:cubicBezTo>
                  <a:pt x="54607" y="188873"/>
                  <a:pt x="94607" y="228879"/>
                  <a:pt x="143953" y="228879"/>
                </a:cubicBezTo>
                <a:cubicBezTo>
                  <a:pt x="193299" y="228879"/>
                  <a:pt x="233300" y="188873"/>
                  <a:pt x="233293" y="139527"/>
                </a:cubicBezTo>
                <a:cubicBezTo>
                  <a:pt x="233300" y="90181"/>
                  <a:pt x="193299" y="50175"/>
                  <a:pt x="143953" y="50175"/>
                </a:cubicBezTo>
                <a:cubicBezTo>
                  <a:pt x="94607" y="50175"/>
                  <a:pt x="54607" y="90181"/>
                  <a:pt x="54613" y="139527"/>
                </a:cubicBezTo>
                <a:moveTo>
                  <a:pt x="241378" y="37712"/>
                </a:moveTo>
                <a:cubicBezTo>
                  <a:pt x="241378" y="47570"/>
                  <a:pt x="249369" y="55561"/>
                  <a:pt x="259227" y="55561"/>
                </a:cubicBezTo>
                <a:cubicBezTo>
                  <a:pt x="269084" y="55561"/>
                  <a:pt x="277076" y="47570"/>
                  <a:pt x="277076" y="37712"/>
                </a:cubicBezTo>
                <a:cubicBezTo>
                  <a:pt x="277076" y="27855"/>
                  <a:pt x="269084" y="19863"/>
                  <a:pt x="259227" y="19863"/>
                </a:cubicBezTo>
                <a:cubicBezTo>
                  <a:pt x="249369" y="19863"/>
                  <a:pt x="241378" y="27855"/>
                  <a:pt x="241378" y="37712"/>
                </a:cubicBezTo>
                <a:moveTo>
                  <a:pt x="46505" y="37712"/>
                </a:moveTo>
                <a:cubicBezTo>
                  <a:pt x="46505" y="47570"/>
                  <a:pt x="38514" y="55561"/>
                  <a:pt x="28656" y="55561"/>
                </a:cubicBezTo>
                <a:cubicBezTo>
                  <a:pt x="18798" y="55561"/>
                  <a:pt x="10807" y="47570"/>
                  <a:pt x="10807" y="37712"/>
                </a:cubicBezTo>
                <a:cubicBezTo>
                  <a:pt x="10807" y="27855"/>
                  <a:pt x="18798" y="19863"/>
                  <a:pt x="28656" y="19863"/>
                </a:cubicBezTo>
                <a:cubicBezTo>
                  <a:pt x="38514" y="19863"/>
                  <a:pt x="46505" y="27855"/>
                  <a:pt x="46505" y="37712"/>
                </a:cubicBezTo>
                <a:moveTo>
                  <a:pt x="0" y="0"/>
                </a:moveTo>
                <a:moveTo>
                  <a:pt x="97460" y="215912"/>
                </a:moveTo>
                <a:lnTo>
                  <a:pt x="79261" y="241652"/>
                </a:lnTo>
                <a:lnTo>
                  <a:pt x="11058" y="241650"/>
                </a:lnTo>
                <a:moveTo>
                  <a:pt x="0" y="0"/>
                </a:moveTo>
                <a:moveTo>
                  <a:pt x="194171" y="213850"/>
                </a:moveTo>
                <a:lnTo>
                  <a:pt x="213729" y="241650"/>
                </a:lnTo>
                <a:lnTo>
                  <a:pt x="277085" y="241652"/>
                </a:lnTo>
                <a:moveTo>
                  <a:pt x="97085" y="63161"/>
                </a:moveTo>
                <a:lnTo>
                  <a:pt x="79250" y="37707"/>
                </a:lnTo>
                <a:lnTo>
                  <a:pt x="46488" y="37707"/>
                </a:lnTo>
                <a:moveTo>
                  <a:pt x="0" y="0"/>
                </a:moveTo>
                <a:moveTo>
                  <a:pt x="190797" y="63349"/>
                </a:moveTo>
                <a:lnTo>
                  <a:pt x="208620" y="37707"/>
                </a:lnTo>
                <a:lnTo>
                  <a:pt x="241383" y="37707"/>
                </a:lnTo>
                <a:moveTo>
                  <a:pt x="0" y="0"/>
                </a:moveTo>
                <a:moveTo>
                  <a:pt x="250703" y="215280"/>
                </a:moveTo>
                <a:lnTo>
                  <a:pt x="277074" y="241652"/>
                </a:lnTo>
                <a:lnTo>
                  <a:pt x="250703" y="268022"/>
                </a:lnTo>
                <a:moveTo>
                  <a:pt x="37180" y="268022"/>
                </a:moveTo>
                <a:lnTo>
                  <a:pt x="10809" y="241652"/>
                </a:lnTo>
                <a:lnTo>
                  <a:pt x="37180" y="215280"/>
                </a:lnTo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42262" y="3289556"/>
            <a:ext cx="954460" cy="5397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EDM Imaging Team to
modify TSGUI to reflect
the Same Cascading
Dropdowns for Techs to
Select during Imaging.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283" y="3181600"/>
            <a:ext cx="992881" cy="75569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P# is generated in
Workday which then has
an integration with
Saviynt and ServiceNow
through which the AD
account(P#) and SNOW
accounts are created.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3777" y="1403318"/>
            <a:ext cx="573422" cy="4318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CC583"/>
                </a:solidFill>
                <a:latin typeface="Roboto"/>
              </a:rPr>
              <a:t>Onboard
Contractor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644" y="1079449"/>
            <a:ext cx="674631" cy="2878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A5DE5"/>
                </a:solidFill>
                <a:latin typeface="Roboto"/>
              </a:rPr>
              <a:t>Device
Provisioning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2736" y="4522071"/>
            <a:ext cx="275852" cy="275888"/>
          </a:xfrm>
          <a:custGeom>
            <a:avLst/>
            <a:gdLst/>
            <a:ahLst/>
            <a:cxnLst/>
            <a:rect l="0" t="0" r="0" b="0"/>
            <a:pathLst>
              <a:path w="275852" h="275888">
                <a:moveTo>
                  <a:pt x="0" y="47980"/>
                </a:moveTo>
                <a:cubicBezTo>
                  <a:pt x="0" y="74479"/>
                  <a:pt x="51018" y="95961"/>
                  <a:pt x="113953" y="95961"/>
                </a:cubicBezTo>
                <a:cubicBezTo>
                  <a:pt x="176889" y="95961"/>
                  <a:pt x="227907" y="74479"/>
                  <a:pt x="227907" y="47980"/>
                </a:cubicBezTo>
                <a:cubicBezTo>
                  <a:pt x="227907" y="21481"/>
                  <a:pt x="176889" y="0"/>
                  <a:pt x="113953" y="0"/>
                </a:cubicBezTo>
                <a:cubicBezTo>
                  <a:pt x="51018" y="0"/>
                  <a:pt x="0" y="21481"/>
                  <a:pt x="0" y="47980"/>
                </a:cubicBezTo>
                <a:close/>
                <a:moveTo>
                  <a:pt x="113953" y="143929"/>
                </a:moveTo>
                <a:cubicBezTo>
                  <a:pt x="51027" y="143929"/>
                  <a:pt x="0" y="122458"/>
                  <a:pt x="0" y="95949"/>
                </a:cubicBezTo>
                <a:moveTo>
                  <a:pt x="0" y="149939"/>
                </a:moveTo>
                <a:cubicBezTo>
                  <a:pt x="0" y="173857"/>
                  <a:pt x="41587" y="193709"/>
                  <a:pt x="95961" y="197308"/>
                </a:cubicBezTo>
                <a:moveTo>
                  <a:pt x="101958" y="251634"/>
                </a:moveTo>
                <a:cubicBezTo>
                  <a:pt x="44669" y="249115"/>
                  <a:pt x="0" y="228711"/>
                  <a:pt x="0" y="203917"/>
                </a:cubicBezTo>
                <a:lnTo>
                  <a:pt x="0" y="47968"/>
                </a:lnTo>
                <a:moveTo>
                  <a:pt x="227907" y="47980"/>
                </a:moveTo>
                <a:lnTo>
                  <a:pt x="227907" y="101958"/>
                </a:lnTo>
                <a:moveTo>
                  <a:pt x="131910" y="203917"/>
                </a:moveTo>
                <a:cubicBezTo>
                  <a:pt x="131910" y="243666"/>
                  <a:pt x="164133" y="275888"/>
                  <a:pt x="203881" y="275888"/>
                </a:cubicBezTo>
                <a:cubicBezTo>
                  <a:pt x="243630" y="275888"/>
                  <a:pt x="275852" y="243666"/>
                  <a:pt x="275852" y="203917"/>
                </a:cubicBezTo>
                <a:cubicBezTo>
                  <a:pt x="275852" y="164169"/>
                  <a:pt x="243630" y="131946"/>
                  <a:pt x="203881" y="131946"/>
                </a:cubicBezTo>
                <a:cubicBezTo>
                  <a:pt x="164133" y="131946"/>
                  <a:pt x="131910" y="164169"/>
                  <a:pt x="131910" y="203917"/>
                </a:cubicBezTo>
                <a:close/>
                <a:moveTo>
                  <a:pt x="203881" y="239903"/>
                </a:moveTo>
                <a:lnTo>
                  <a:pt x="203881" y="167932"/>
                </a:lnTo>
                <a:moveTo>
                  <a:pt x="239867" y="203917"/>
                </a:moveTo>
                <a:lnTo>
                  <a:pt x="167896" y="203917"/>
                </a:lnTo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9629" y="4495069"/>
            <a:ext cx="251898" cy="269891"/>
          </a:xfrm>
          <a:custGeom>
            <a:avLst/>
            <a:gdLst/>
            <a:ahLst/>
            <a:cxnLst/>
            <a:rect l="0" t="0" r="0" b="0"/>
            <a:pathLst>
              <a:path w="251898" h="269891">
                <a:moveTo>
                  <a:pt x="251898" y="251898"/>
                </a:moveTo>
                <a:cubicBezTo>
                  <a:pt x="251898" y="261494"/>
                  <a:pt x="243501" y="269891"/>
                  <a:pt x="233905" y="269891"/>
                </a:cubicBezTo>
                <a:lnTo>
                  <a:pt x="17992" y="269891"/>
                </a:lnTo>
                <a:cubicBezTo>
                  <a:pt x="8396" y="269891"/>
                  <a:pt x="0" y="261494"/>
                  <a:pt x="0" y="251898"/>
                </a:cubicBezTo>
                <a:lnTo>
                  <a:pt x="0" y="17992"/>
                </a:lnTo>
                <a:cubicBezTo>
                  <a:pt x="0" y="8396"/>
                  <a:pt x="8396" y="0"/>
                  <a:pt x="17992" y="0"/>
                </a:cubicBezTo>
                <a:lnTo>
                  <a:pt x="197920" y="0"/>
                </a:lnTo>
                <a:cubicBezTo>
                  <a:pt x="202718" y="0"/>
                  <a:pt x="207516" y="2399"/>
                  <a:pt x="209915" y="4798"/>
                </a:cubicBezTo>
                <a:lnTo>
                  <a:pt x="245900" y="39584"/>
                </a:lnTo>
                <a:cubicBezTo>
                  <a:pt x="249499" y="43182"/>
                  <a:pt x="251898" y="47980"/>
                  <a:pt x="251898" y="52778"/>
                </a:cubicBezTo>
                <a:close/>
                <a:moveTo>
                  <a:pt x="125349" y="71970"/>
                </a:moveTo>
                <a:lnTo>
                  <a:pt x="125349" y="35985"/>
                </a:lnTo>
                <a:moveTo>
                  <a:pt x="59375" y="106756"/>
                </a:moveTo>
                <a:lnTo>
                  <a:pt x="191322" y="106756"/>
                </a:lnTo>
                <a:moveTo>
                  <a:pt x="49780" y="233905"/>
                </a:moveTo>
                <a:cubicBezTo>
                  <a:pt x="60575" y="202718"/>
                  <a:pt x="91763" y="179927"/>
                  <a:pt x="126548" y="179927"/>
                </a:cubicBezTo>
                <a:cubicBezTo>
                  <a:pt x="161334" y="179927"/>
                  <a:pt x="191322" y="202718"/>
                  <a:pt x="202118" y="233905"/>
                </a:cubicBezTo>
                <a:moveTo>
                  <a:pt x="76168" y="119951"/>
                </a:moveTo>
                <a:cubicBezTo>
                  <a:pt x="77368" y="146340"/>
                  <a:pt x="98959" y="167932"/>
                  <a:pt x="125348" y="167932"/>
                </a:cubicBezTo>
                <a:cubicBezTo>
                  <a:pt x="152937" y="167932"/>
                  <a:pt x="174529" y="146340"/>
                  <a:pt x="174529" y="118752"/>
                </a:cubicBezTo>
                <a:lnTo>
                  <a:pt x="174529" y="97160"/>
                </a:lnTo>
                <a:cubicBezTo>
                  <a:pt x="174529" y="69571"/>
                  <a:pt x="152937" y="47980"/>
                  <a:pt x="125348" y="47980"/>
                </a:cubicBezTo>
                <a:cubicBezTo>
                  <a:pt x="98959" y="47980"/>
                  <a:pt x="77368" y="69571"/>
                  <a:pt x="76168" y="95961"/>
                </a:cubicBezTo>
                <a:close/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2551" y="4570039"/>
            <a:ext cx="572019" cy="2878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55753"/>
                </a:solidFill>
                <a:latin typeface="Roboto"/>
              </a:rPr>
              <a:t>Update AD
Attributes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68607" y="758579"/>
            <a:ext cx="3206737" cy="1799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84848"/>
                </a:solidFill>
                <a:latin typeface="Roboto"/>
              </a:rPr>
              <a:t>New Contractor Onboarding Process(Proposed)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9399" y="4570039"/>
            <a:ext cx="867585" cy="2878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0CB15"/>
                </a:solidFill>
                <a:latin typeface="Roboto"/>
              </a:rPr>
              <a:t>Submit New PC
Request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055" y="5001865"/>
            <a:ext cx="275888" cy="275888"/>
          </a:xfrm>
          <a:custGeom>
            <a:avLst/>
            <a:gdLst/>
            <a:ahLst/>
            <a:cxnLst/>
            <a:rect l="0" t="0" r="0" b="0"/>
            <a:pathLst>
              <a:path w="275888" h="275888">
                <a:moveTo>
                  <a:pt x="11995" y="191922"/>
                </a:moveTo>
                <a:cubicBezTo>
                  <a:pt x="5370" y="191922"/>
                  <a:pt x="0" y="186552"/>
                  <a:pt x="0" y="179927"/>
                </a:cubicBezTo>
                <a:lnTo>
                  <a:pt x="0" y="11995"/>
                </a:lnTo>
                <a:cubicBezTo>
                  <a:pt x="0" y="5370"/>
                  <a:pt x="5370" y="0"/>
                  <a:pt x="11995" y="0"/>
                </a:cubicBezTo>
                <a:lnTo>
                  <a:pt x="179927" y="0"/>
                </a:lnTo>
                <a:cubicBezTo>
                  <a:pt x="186552" y="0"/>
                  <a:pt x="191922" y="5370"/>
                  <a:pt x="191922" y="11995"/>
                </a:cubicBezTo>
                <a:lnTo>
                  <a:pt x="191922" y="83966"/>
                </a:lnTo>
                <a:lnTo>
                  <a:pt x="263893" y="83966"/>
                </a:lnTo>
                <a:cubicBezTo>
                  <a:pt x="270518" y="83966"/>
                  <a:pt x="275888" y="89336"/>
                  <a:pt x="275888" y="95961"/>
                </a:cubicBezTo>
                <a:lnTo>
                  <a:pt x="275888" y="263893"/>
                </a:lnTo>
                <a:cubicBezTo>
                  <a:pt x="275888" y="270518"/>
                  <a:pt x="270518" y="275888"/>
                  <a:pt x="263893" y="275888"/>
                </a:cubicBezTo>
                <a:lnTo>
                  <a:pt x="95961" y="275888"/>
                </a:lnTo>
                <a:cubicBezTo>
                  <a:pt x="89336" y="275888"/>
                  <a:pt x="83966" y="270518"/>
                  <a:pt x="83966" y="263893"/>
                </a:cubicBezTo>
                <a:lnTo>
                  <a:pt x="83966" y="191922"/>
                </a:lnTo>
                <a:close/>
                <a:moveTo>
                  <a:pt x="83966" y="95961"/>
                </a:moveTo>
                <a:cubicBezTo>
                  <a:pt x="83966" y="89336"/>
                  <a:pt x="89336" y="83966"/>
                  <a:pt x="95961" y="83966"/>
                </a:cubicBezTo>
                <a:moveTo>
                  <a:pt x="83966" y="119951"/>
                </a:moveTo>
                <a:lnTo>
                  <a:pt x="83966" y="131946"/>
                </a:lnTo>
                <a:moveTo>
                  <a:pt x="119951" y="83966"/>
                </a:moveTo>
                <a:lnTo>
                  <a:pt x="131946" y="83966"/>
                </a:lnTo>
                <a:moveTo>
                  <a:pt x="155937" y="83966"/>
                </a:moveTo>
                <a:lnTo>
                  <a:pt x="167932" y="83966"/>
                </a:lnTo>
                <a:moveTo>
                  <a:pt x="107956" y="191922"/>
                </a:moveTo>
                <a:lnTo>
                  <a:pt x="119951" y="191922"/>
                </a:lnTo>
                <a:moveTo>
                  <a:pt x="143941" y="191922"/>
                </a:moveTo>
                <a:lnTo>
                  <a:pt x="155937" y="191922"/>
                </a:lnTo>
                <a:moveTo>
                  <a:pt x="83966" y="167932"/>
                </a:moveTo>
                <a:lnTo>
                  <a:pt x="83966" y="155937"/>
                </a:lnTo>
                <a:moveTo>
                  <a:pt x="191922" y="107956"/>
                </a:moveTo>
                <a:lnTo>
                  <a:pt x="191922" y="119951"/>
                </a:lnTo>
                <a:moveTo>
                  <a:pt x="179927" y="191922"/>
                </a:moveTo>
                <a:cubicBezTo>
                  <a:pt x="186552" y="191922"/>
                  <a:pt x="191922" y="186552"/>
                  <a:pt x="191922" y="179927"/>
                </a:cubicBezTo>
                <a:moveTo>
                  <a:pt x="191922" y="155937"/>
                </a:moveTo>
                <a:lnTo>
                  <a:pt x="191922" y="143941"/>
                </a:lnTo>
              </a:path>
            </a:pathLst>
          </a:custGeom>
          <a:noFill/>
          <a:ln w="89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7835" y="4926895"/>
            <a:ext cx="976759" cy="5397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Selected values in the
Cascading Dropdowns
are then replicated in AD
User's Extension
Attributes.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9399" y="4926895"/>
            <a:ext cx="978073" cy="5397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Hiring Manager is
notified &amp; submits a
New PC request with
new Contractor's P# Via
SNOW.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8795" y="5505661"/>
            <a:ext cx="866464" cy="2878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E8431"/>
                </a:solidFill>
                <a:latin typeface="Roboto"/>
              </a:rPr>
              <a:t>Update New PC
Request 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4005" y="1436305"/>
            <a:ext cx="974234" cy="75569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The OSD Task Sequence
installs apps based on
the chosen persona.
Once Imaging
completes, the new PC
is handed off to the new
Contractor.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