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85900" y="226695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60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80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lnTo>
                  <a:pt x="0" y="0"/>
                </a:lnTo>
                <a:moveTo>
                  <a:pt x="411480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60" y="228600"/>
                </a:moveTo>
                <a:lnTo>
                  <a:pt x="1371600" y="228600"/>
                </a:ln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85900" y="2266950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60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80" y="228600"/>
                </a:lnTo>
                <a:close/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close/>
                <a:moveTo>
                  <a:pt x="411480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60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13716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86100" y="226695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lnTo>
                  <a:pt x="0" y="0"/>
                </a:lnTo>
                <a:moveTo>
                  <a:pt x="411479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gradFill rotWithShape="1">
            <a:gsLst>
              <a:gs pos="0">
                <a:srgbClr val="7FDFFF"/>
              </a:gs>
              <a:gs pos="100000">
                <a:srgbClr val="1AC6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86100" y="2266950"/>
            <a:ext cx="1371600" cy="2057400"/>
          </a:xfrm>
          <a:custGeom>
            <a:avLst/>
            <a:gdLst/>
            <a:ahLst/>
            <a:cxnLst/>
            <a:rect l="0" t="0" r="0" b="0"/>
            <a:pathLst>
              <a:path w="1371600" h="20574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close/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close/>
                <a:moveTo>
                  <a:pt x="411479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20574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6300" y="226695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59" y="0"/>
                </a:lnTo>
                <a:lnTo>
                  <a:pt x="274320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lnTo>
                  <a:pt x="0" y="0"/>
                </a:lnTo>
                <a:moveTo>
                  <a:pt x="411479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6300" y="2266950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close/>
                <a:moveTo>
                  <a:pt x="0" y="0"/>
                </a:moveTo>
                <a:lnTo>
                  <a:pt x="137159" y="0"/>
                </a:lnTo>
                <a:lnTo>
                  <a:pt x="274320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close/>
                <a:moveTo>
                  <a:pt x="411479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13716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26695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19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19" y="457200"/>
                </a:lnTo>
                <a:lnTo>
                  <a:pt x="411480" y="228600"/>
                </a:lnTo>
                <a:lnTo>
                  <a:pt x="274319" y="0"/>
                </a:lnTo>
                <a:moveTo>
                  <a:pt x="0" y="0"/>
                </a:moveTo>
                <a:lnTo>
                  <a:pt x="137159" y="0"/>
                </a:lnTo>
                <a:lnTo>
                  <a:pt x="274319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lnTo>
                  <a:pt x="0" y="0"/>
                </a:lnTo>
                <a:moveTo>
                  <a:pt x="411480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19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gradFill rotWithShape="1">
            <a:gsLst>
              <a:gs pos="0">
                <a:srgbClr val="CFF976"/>
              </a:gs>
              <a:gs pos="100000">
                <a:srgbClr val="A8DD38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6500" y="2266950"/>
            <a:ext cx="1371600" cy="2057400"/>
          </a:xfrm>
          <a:custGeom>
            <a:avLst/>
            <a:gdLst/>
            <a:ahLst/>
            <a:cxnLst/>
            <a:rect l="0" t="0" r="0" b="0"/>
            <a:pathLst>
              <a:path w="1371600" h="20574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19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19" y="457200"/>
                </a:lnTo>
                <a:lnTo>
                  <a:pt x="411480" y="228600"/>
                </a:lnTo>
                <a:close/>
                <a:moveTo>
                  <a:pt x="0" y="0"/>
                </a:moveTo>
                <a:lnTo>
                  <a:pt x="137159" y="0"/>
                </a:lnTo>
                <a:lnTo>
                  <a:pt x="274319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close/>
                <a:moveTo>
                  <a:pt x="411480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19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20574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5659" y="1319212"/>
            <a:ext cx="3932634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Contractor Onboarding Process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2809" y="182880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3009" y="182880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3209" y="182880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3409" y="182880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2BD39"/>
                </a:solidFill>
                <a:latin typeface="Roboto"/>
              </a:rP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8969" y="3771900"/>
            <a:ext cx="1025423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E88E7"/>
                </a:solidFill>
                <a:latin typeface="Roboto"/>
              </a:rPr>
              <a:t>P# Request
Initiation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771900"/>
            <a:ext cx="1197768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Manager
Notification &amp;
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2666" y="4338637"/>
            <a:ext cx="1298076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ACG BA submits P#
request via
onboarding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1874" y="4457700"/>
            <a:ext cx="71765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ABDA"/>
                </a:solidFill>
                <a:latin typeface="Roboto"/>
              </a:rPr>
              <a:t>Identity
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054" y="4457700"/>
            <a:ext cx="88850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2BD39"/>
                </a:solidFill>
                <a:latin typeface="Roboto"/>
              </a:rPr>
              <a:t>Fulfillment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7174" y="4567237"/>
            <a:ext cx="1089869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Hiring manager
notified, submits
ServiceNow
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6694" y="4795837"/>
            <a:ext cx="1311173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Deployment/EUC
team provisions
devices and enables
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5167" y="5024437"/>
            <a:ext cx="1351064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P# generated in
Workday, SNOW user
record created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